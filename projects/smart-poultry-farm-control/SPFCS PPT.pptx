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9" r:id="rId12"/>
    <p:sldId id="270" r:id="rId13"/>
    <p:sldId id="271" r:id="rId14"/>
    <p:sldId id="272" r:id="rId15"/>
    <p:sldId id="27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FF7C80"/>
    <a:srgbClr val="FFCC66"/>
    <a:srgbClr val="99CCFF"/>
    <a:srgbClr val="FFFF99"/>
    <a:srgbClr val="6600CC"/>
    <a:srgbClr val="CC0066"/>
    <a:srgbClr val="FF6600"/>
    <a:srgbClr val="CC0099"/>
    <a:srgbClr val="C24A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82" d="100"/>
          <a:sy n="82" d="100"/>
        </p:scale>
        <p:origin x="1502" y="86"/>
      </p:cViewPr>
      <p:guideLst>
        <p:guide orient="horz" pos="2160"/>
        <p:guide pos="2880"/>
      </p:guideLst>
    </p:cSldViewPr>
  </p:slideViewPr>
  <p:notesTextViewPr>
    <p:cViewPr>
      <p:scale>
        <a:sx n="100" d="100"/>
        <a:sy n="100" d="100"/>
      </p:scale>
      <p:origin x="0" y="0"/>
    </p:cViewPr>
  </p:notesTextViewPr>
  <p:notesViewPr>
    <p:cSldViewPr>
      <p:cViewPr varScale="1">
        <p:scale>
          <a:sx n="41" d="100"/>
          <a:sy n="41" d="100"/>
        </p:scale>
        <p:origin x="-2395"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69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9EFF67-D4BB-456D-B382-F80F2A5AB53D}" type="datetimeFigureOut">
              <a:rPr lang="en-US" smtClean="0"/>
              <a:t>6/1/2026</a:t>
            </a:fld>
            <a:endParaRPr lang="en-US"/>
          </a:p>
        </p:txBody>
      </p:sp>
      <p:sp>
        <p:nvSpPr>
          <p:cNvPr id="1048700"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701"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2"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703"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365C62-0413-4362-9EF5-FD8B70B68D5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1048582"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83" name="Date Placeholder 3"/>
          <p:cNvSpPr>
            <a:spLocks noGrp="1"/>
          </p:cNvSpPr>
          <p:nvPr>
            <p:ph type="dt" sz="half" idx="10"/>
          </p:nvPr>
        </p:nvSpPr>
        <p:spPr/>
        <p:txBody>
          <a:bodyPr/>
          <a:lstStyle/>
          <a:p>
            <a:fld id="{5F723A15-E5A4-4A7E-AC6B-B788EBC5D079}" type="datetime1">
              <a:rPr lang="en-US" smtClean="0"/>
              <a:t>6/1/2026</a:t>
            </a:fld>
            <a:endParaRPr lang="en-US"/>
          </a:p>
        </p:txBody>
      </p:sp>
      <p:sp>
        <p:nvSpPr>
          <p:cNvPr id="1048584" name="Footer Placeholder 4"/>
          <p:cNvSpPr>
            <a:spLocks noGrp="1"/>
          </p:cNvSpPr>
          <p:nvPr>
            <p:ph type="ftr" sz="quarter" idx="11"/>
          </p:nvPr>
        </p:nvSpPr>
        <p:spPr/>
        <p:txBody>
          <a:bodyPr/>
          <a:lstStyle/>
          <a:p>
            <a:r>
              <a:rPr lang="en-US"/>
              <a:t>PSVPEC/CSE/Zeroth review/Batch no.1</a:t>
            </a:r>
          </a:p>
        </p:txBody>
      </p:sp>
      <p:sp>
        <p:nvSpPr>
          <p:cNvPr id="1048585" name="Slide Number Placeholder 5"/>
          <p:cNvSpPr>
            <a:spLocks noGrp="1"/>
          </p:cNvSpPr>
          <p:nvPr>
            <p:ph type="sldNum" sz="quarter" idx="12"/>
          </p:nvPr>
        </p:nvSpPr>
        <p:spPr/>
        <p:txBody>
          <a:bodyPr/>
          <a:lstStyle/>
          <a:p>
            <a:fld id="{8AFE8D7A-B467-486C-B22A-FED08308D75D}" type="slidenum">
              <a:rPr lang="en-US" smtClean="0"/>
              <a:t>‹#›</a:t>
            </a:fld>
            <a:endParaRPr lang="en-US"/>
          </a:p>
        </p:txBody>
      </p:sp>
      <p:pic>
        <p:nvPicPr>
          <p:cNvPr id="2097152" name="Picture 6"/>
          <p:cNvPicPr>
            <a:picLocks noChangeAspect="1"/>
          </p:cNvPicPr>
          <p:nvPr userDrawn="1"/>
        </p:nvPicPr>
        <p:blipFill>
          <a:blip r:embed="rId2"/>
          <a:stretch>
            <a:fillRect/>
          </a:stretch>
        </p:blipFill>
        <p:spPr>
          <a:xfrm>
            <a:off x="2401636" y="1087933"/>
            <a:ext cx="4340728" cy="468213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0" name="Title 1"/>
          <p:cNvSpPr>
            <a:spLocks noGrp="1"/>
          </p:cNvSpPr>
          <p:nvPr>
            <p:ph type="title"/>
          </p:nvPr>
        </p:nvSpPr>
        <p:spPr/>
        <p:txBody>
          <a:bodyPr/>
          <a:lstStyle/>
          <a:p>
            <a:r>
              <a:rPr lang="en-US"/>
              <a:t>Click to edit Master title style</a:t>
            </a:r>
          </a:p>
        </p:txBody>
      </p:sp>
      <p:sp>
        <p:nvSpPr>
          <p:cNvPr id="104859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2" name="Date Placeholder 3"/>
          <p:cNvSpPr>
            <a:spLocks noGrp="1"/>
          </p:cNvSpPr>
          <p:nvPr>
            <p:ph type="dt" sz="half" idx="10"/>
          </p:nvPr>
        </p:nvSpPr>
        <p:spPr/>
        <p:txBody>
          <a:bodyPr/>
          <a:lstStyle/>
          <a:p>
            <a:fld id="{6A26FF8E-192B-4416-BC1A-287AC08C1B20}" type="datetime1">
              <a:rPr lang="en-US" smtClean="0"/>
              <a:t>6/1/2026</a:t>
            </a:fld>
            <a:endParaRPr lang="en-US"/>
          </a:p>
        </p:txBody>
      </p:sp>
      <p:sp>
        <p:nvSpPr>
          <p:cNvPr id="1048593" name="Footer Placeholder 4"/>
          <p:cNvSpPr>
            <a:spLocks noGrp="1"/>
          </p:cNvSpPr>
          <p:nvPr>
            <p:ph type="ftr" sz="quarter" idx="11"/>
          </p:nvPr>
        </p:nvSpPr>
        <p:spPr/>
        <p:txBody>
          <a:bodyPr/>
          <a:lstStyle/>
          <a:p>
            <a:r>
              <a:rPr lang="en-US"/>
              <a:t>PSVPEC/CSE/Zeroth review/Batch no.1</a:t>
            </a:r>
          </a:p>
        </p:txBody>
      </p:sp>
      <p:sp>
        <p:nvSpPr>
          <p:cNvPr id="1048594" name="Slide Number Placeholder 5"/>
          <p:cNvSpPr>
            <a:spLocks noGrp="1"/>
          </p:cNvSpPr>
          <p:nvPr>
            <p:ph type="sldNum" sz="quarter" idx="12"/>
          </p:nvPr>
        </p:nvSpPr>
        <p:spPr/>
        <p:txBody>
          <a:bodyPr/>
          <a:lstStyle/>
          <a:p>
            <a:fld id="{8AFE8D7A-B467-486C-B22A-FED08308D75D}" type="slidenum">
              <a:rPr lang="en-US" smtClean="0"/>
              <a:t>‹#›</a:t>
            </a:fld>
            <a:endParaRPr lang="en-US"/>
          </a:p>
        </p:txBody>
      </p:sp>
      <p:pic>
        <p:nvPicPr>
          <p:cNvPr id="2097154"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73"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74"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75" name="Date Placeholder 3"/>
          <p:cNvSpPr>
            <a:spLocks noGrp="1"/>
          </p:cNvSpPr>
          <p:nvPr>
            <p:ph type="dt" sz="half" idx="10"/>
          </p:nvPr>
        </p:nvSpPr>
        <p:spPr/>
        <p:txBody>
          <a:bodyPr/>
          <a:lstStyle/>
          <a:p>
            <a:fld id="{39CAF754-EF75-456D-8F01-52BEA44D3D70}" type="datetime1">
              <a:rPr lang="en-US" smtClean="0"/>
              <a:t>6/1/2026</a:t>
            </a:fld>
            <a:endParaRPr lang="en-US"/>
          </a:p>
        </p:txBody>
      </p:sp>
      <p:sp>
        <p:nvSpPr>
          <p:cNvPr id="1048676" name="Footer Placeholder 4"/>
          <p:cNvSpPr>
            <a:spLocks noGrp="1"/>
          </p:cNvSpPr>
          <p:nvPr>
            <p:ph type="ftr" sz="quarter" idx="11"/>
          </p:nvPr>
        </p:nvSpPr>
        <p:spPr/>
        <p:txBody>
          <a:bodyPr/>
          <a:lstStyle/>
          <a:p>
            <a:r>
              <a:rPr lang="en-US"/>
              <a:t>PSVPEC/CSE/Zeroth review/Batch no.1</a:t>
            </a:r>
          </a:p>
        </p:txBody>
      </p:sp>
      <p:sp>
        <p:nvSpPr>
          <p:cNvPr id="1048677" name="Slide Number Placeholder 5"/>
          <p:cNvSpPr>
            <a:spLocks noGrp="1"/>
          </p:cNvSpPr>
          <p:nvPr>
            <p:ph type="sldNum" sz="quarter" idx="12"/>
          </p:nvPr>
        </p:nvSpPr>
        <p:spPr/>
        <p:txBody>
          <a:bodyPr/>
          <a:lstStyle/>
          <a:p>
            <a:fld id="{8AFE8D7A-B467-486C-B22A-FED08308D75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78" name="Title 1"/>
          <p:cNvSpPr>
            <a:spLocks noGrp="1"/>
          </p:cNvSpPr>
          <p:nvPr>
            <p:ph type="title"/>
          </p:nvPr>
        </p:nvSpPr>
        <p:spPr/>
        <p:txBody>
          <a:bodyPr/>
          <a:lstStyle/>
          <a:p>
            <a:r>
              <a:rPr lang="en-US"/>
              <a:t>Click to edit Master title style</a:t>
            </a:r>
          </a:p>
        </p:txBody>
      </p:sp>
      <p:sp>
        <p:nvSpPr>
          <p:cNvPr id="104867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Date Placeholder 4"/>
          <p:cNvSpPr>
            <a:spLocks noGrp="1"/>
          </p:cNvSpPr>
          <p:nvPr>
            <p:ph type="dt" sz="half" idx="10"/>
          </p:nvPr>
        </p:nvSpPr>
        <p:spPr/>
        <p:txBody>
          <a:bodyPr/>
          <a:lstStyle/>
          <a:p>
            <a:fld id="{A7B54A7B-DDAB-45E5-99EE-C7C15461FC8A}" type="datetime1">
              <a:rPr lang="en-US" smtClean="0"/>
              <a:t>6/1/2026</a:t>
            </a:fld>
            <a:endParaRPr lang="en-US"/>
          </a:p>
        </p:txBody>
      </p:sp>
      <p:sp>
        <p:nvSpPr>
          <p:cNvPr id="1048682" name="Footer Placeholder 5"/>
          <p:cNvSpPr>
            <a:spLocks noGrp="1"/>
          </p:cNvSpPr>
          <p:nvPr>
            <p:ph type="ftr" sz="quarter" idx="11"/>
          </p:nvPr>
        </p:nvSpPr>
        <p:spPr/>
        <p:txBody>
          <a:bodyPr/>
          <a:lstStyle/>
          <a:p>
            <a:r>
              <a:rPr lang="en-US"/>
              <a:t>PSVPEC/CSE/Zeroth review/Batch no.1</a:t>
            </a:r>
          </a:p>
        </p:txBody>
      </p:sp>
      <p:sp>
        <p:nvSpPr>
          <p:cNvPr id="1048683" name="Slide Number Placeholder 6"/>
          <p:cNvSpPr>
            <a:spLocks noGrp="1"/>
          </p:cNvSpPr>
          <p:nvPr>
            <p:ph type="sldNum" sz="quarter" idx="12"/>
          </p:nvPr>
        </p:nvSpPr>
        <p:spPr/>
        <p:txBody>
          <a:bodyPr/>
          <a:lstStyle/>
          <a:p>
            <a:fld id="{8AFE8D7A-B467-486C-B22A-FED08308D75D}" type="slidenum">
              <a:rPr lang="en-US" smtClean="0"/>
              <a:t>‹#›</a:t>
            </a:fld>
            <a:endParaRPr lang="en-US"/>
          </a:p>
        </p:txBody>
      </p:sp>
      <p:pic>
        <p:nvPicPr>
          <p:cNvPr id="2097174"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4" name="Title 1"/>
          <p:cNvSpPr>
            <a:spLocks noGrp="1"/>
          </p:cNvSpPr>
          <p:nvPr>
            <p:ph type="title"/>
          </p:nvPr>
        </p:nvSpPr>
        <p:spPr/>
        <p:txBody>
          <a:bodyPr/>
          <a:lstStyle/>
          <a:p>
            <a:r>
              <a:rPr lang="en-US"/>
              <a:t>Click to edit Master title style</a:t>
            </a:r>
          </a:p>
        </p:txBody>
      </p:sp>
      <p:sp>
        <p:nvSpPr>
          <p:cNvPr id="1048685"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7"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Date Placeholder 6"/>
          <p:cNvSpPr>
            <a:spLocks noGrp="1"/>
          </p:cNvSpPr>
          <p:nvPr>
            <p:ph type="dt" sz="half" idx="10"/>
          </p:nvPr>
        </p:nvSpPr>
        <p:spPr/>
        <p:txBody>
          <a:bodyPr/>
          <a:lstStyle/>
          <a:p>
            <a:fld id="{2CD8CD02-84A7-4145-B043-BB850840C940}" type="datetime1">
              <a:rPr lang="en-US" smtClean="0"/>
              <a:t>6/1/2026</a:t>
            </a:fld>
            <a:endParaRPr lang="en-US"/>
          </a:p>
        </p:txBody>
      </p:sp>
      <p:sp>
        <p:nvSpPr>
          <p:cNvPr id="1048690" name="Footer Placeholder 7"/>
          <p:cNvSpPr>
            <a:spLocks noGrp="1"/>
          </p:cNvSpPr>
          <p:nvPr>
            <p:ph type="ftr" sz="quarter" idx="11"/>
          </p:nvPr>
        </p:nvSpPr>
        <p:spPr/>
        <p:txBody>
          <a:bodyPr/>
          <a:lstStyle/>
          <a:p>
            <a:r>
              <a:rPr lang="en-US"/>
              <a:t>PSVPEC/CSE/Zeroth review/Batch no.1</a:t>
            </a:r>
          </a:p>
        </p:txBody>
      </p:sp>
      <p:sp>
        <p:nvSpPr>
          <p:cNvPr id="1048691" name="Slide Number Placeholder 8"/>
          <p:cNvSpPr>
            <a:spLocks noGrp="1"/>
          </p:cNvSpPr>
          <p:nvPr>
            <p:ph type="sldNum" sz="quarter" idx="12"/>
          </p:nvPr>
        </p:nvSpPr>
        <p:spPr/>
        <p:txBody>
          <a:bodyPr/>
          <a:lstStyle/>
          <a:p>
            <a:fld id="{8AFE8D7A-B467-486C-B22A-FED08308D75D}" type="slidenum">
              <a:rPr lang="en-US" smtClean="0"/>
              <a:t>‹#›</a:t>
            </a:fld>
            <a:endParaRPr lang="en-US"/>
          </a:p>
        </p:txBody>
      </p:sp>
      <p:pic>
        <p:nvPicPr>
          <p:cNvPr id="2097175"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3" name="Title 1"/>
          <p:cNvSpPr>
            <a:spLocks noGrp="1"/>
          </p:cNvSpPr>
          <p:nvPr>
            <p:ph type="title"/>
          </p:nvPr>
        </p:nvSpPr>
        <p:spPr/>
        <p:txBody>
          <a:bodyPr/>
          <a:lstStyle/>
          <a:p>
            <a:r>
              <a:rPr lang="en-US"/>
              <a:t>Click to edit Master title style</a:t>
            </a:r>
          </a:p>
        </p:txBody>
      </p:sp>
      <p:sp>
        <p:nvSpPr>
          <p:cNvPr id="1048654" name="Date Placeholder 2"/>
          <p:cNvSpPr>
            <a:spLocks noGrp="1"/>
          </p:cNvSpPr>
          <p:nvPr>
            <p:ph type="dt" sz="half" idx="10"/>
          </p:nvPr>
        </p:nvSpPr>
        <p:spPr/>
        <p:txBody>
          <a:bodyPr/>
          <a:lstStyle/>
          <a:p>
            <a:fld id="{556FE589-DBDB-4EFA-97A2-746584F53D95}" type="datetime1">
              <a:rPr lang="en-US" smtClean="0"/>
              <a:t>6/1/2026</a:t>
            </a:fld>
            <a:endParaRPr lang="en-US"/>
          </a:p>
        </p:txBody>
      </p:sp>
      <p:sp>
        <p:nvSpPr>
          <p:cNvPr id="1048655" name="Footer Placeholder 3"/>
          <p:cNvSpPr>
            <a:spLocks noGrp="1"/>
          </p:cNvSpPr>
          <p:nvPr>
            <p:ph type="ftr" sz="quarter" idx="11"/>
          </p:nvPr>
        </p:nvSpPr>
        <p:spPr/>
        <p:txBody>
          <a:bodyPr/>
          <a:lstStyle/>
          <a:p>
            <a:r>
              <a:rPr lang="en-US"/>
              <a:t>PSVPEC/CSE/Zeroth review/Batch no.1</a:t>
            </a:r>
          </a:p>
        </p:txBody>
      </p:sp>
      <p:sp>
        <p:nvSpPr>
          <p:cNvPr id="1048656" name="Slide Number Placeholder 4"/>
          <p:cNvSpPr>
            <a:spLocks noGrp="1"/>
          </p:cNvSpPr>
          <p:nvPr>
            <p:ph type="sldNum" sz="quarter" idx="12"/>
          </p:nvPr>
        </p:nvSpPr>
        <p:spPr/>
        <p:txBody>
          <a:bodyPr/>
          <a:lstStyle/>
          <a:p>
            <a:fld id="{8AFE8D7A-B467-486C-B22A-FED08308D75D}" type="slidenum">
              <a:rPr lang="en-US" smtClean="0"/>
              <a:t>‹#›</a:t>
            </a:fld>
            <a:endParaRPr lang="en-US"/>
          </a:p>
        </p:txBody>
      </p:sp>
      <p:pic>
        <p:nvPicPr>
          <p:cNvPr id="2097171"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07" name="Date Placeholder 1"/>
          <p:cNvSpPr>
            <a:spLocks noGrp="1"/>
          </p:cNvSpPr>
          <p:nvPr>
            <p:ph type="dt" sz="half" idx="10"/>
          </p:nvPr>
        </p:nvSpPr>
        <p:spPr/>
        <p:txBody>
          <a:bodyPr/>
          <a:lstStyle/>
          <a:p>
            <a:fld id="{0A709A3D-701E-44C1-915A-6FFE9A30E763}" type="datetime1">
              <a:rPr lang="en-US" smtClean="0"/>
              <a:t>6/1/2026</a:t>
            </a:fld>
            <a:endParaRPr lang="en-US"/>
          </a:p>
        </p:txBody>
      </p:sp>
      <p:sp>
        <p:nvSpPr>
          <p:cNvPr id="1048608" name="Footer Placeholder 2"/>
          <p:cNvSpPr>
            <a:spLocks noGrp="1"/>
          </p:cNvSpPr>
          <p:nvPr>
            <p:ph type="ftr" sz="quarter" idx="11"/>
          </p:nvPr>
        </p:nvSpPr>
        <p:spPr/>
        <p:txBody>
          <a:bodyPr/>
          <a:lstStyle/>
          <a:p>
            <a:r>
              <a:rPr lang="en-US"/>
              <a:t>PSVPEC/CSE/Zeroth review/Batch no.1</a:t>
            </a:r>
          </a:p>
        </p:txBody>
      </p:sp>
      <p:sp>
        <p:nvSpPr>
          <p:cNvPr id="1048609" name="Slide Number Placeholder 3"/>
          <p:cNvSpPr>
            <a:spLocks noGrp="1"/>
          </p:cNvSpPr>
          <p:nvPr>
            <p:ph type="sldNum" sz="quarter" idx="12"/>
          </p:nvPr>
        </p:nvSpPr>
        <p:spPr/>
        <p:txBody>
          <a:bodyPr/>
          <a:lstStyle/>
          <a:p>
            <a:fld id="{8AFE8D7A-B467-486C-B22A-FED08308D75D}" type="slidenum">
              <a:rPr lang="en-US" smtClean="0"/>
              <a:t>‹#›</a:t>
            </a:fld>
            <a:endParaRPr lang="en-US"/>
          </a:p>
        </p:txBody>
      </p:sp>
      <p:pic>
        <p:nvPicPr>
          <p:cNvPr id="2097158"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9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95" name="Date Placeholder 4"/>
          <p:cNvSpPr>
            <a:spLocks noGrp="1"/>
          </p:cNvSpPr>
          <p:nvPr>
            <p:ph type="dt" sz="half" idx="10"/>
          </p:nvPr>
        </p:nvSpPr>
        <p:spPr/>
        <p:txBody>
          <a:bodyPr/>
          <a:lstStyle/>
          <a:p>
            <a:fld id="{EBC2962A-91C0-4FC0-8210-7120DAE6EE8D}" type="datetime1">
              <a:rPr lang="en-US" smtClean="0"/>
              <a:t>6/1/2026</a:t>
            </a:fld>
            <a:endParaRPr lang="en-US"/>
          </a:p>
        </p:txBody>
      </p:sp>
      <p:sp>
        <p:nvSpPr>
          <p:cNvPr id="1048696" name="Footer Placeholder 5"/>
          <p:cNvSpPr>
            <a:spLocks noGrp="1"/>
          </p:cNvSpPr>
          <p:nvPr>
            <p:ph type="ftr" sz="quarter" idx="11"/>
          </p:nvPr>
        </p:nvSpPr>
        <p:spPr/>
        <p:txBody>
          <a:bodyPr/>
          <a:lstStyle/>
          <a:p>
            <a:r>
              <a:rPr lang="en-US"/>
              <a:t>PSVPEC/CSE/Zeroth review/Batch no.1</a:t>
            </a:r>
          </a:p>
        </p:txBody>
      </p:sp>
      <p:sp>
        <p:nvSpPr>
          <p:cNvPr id="1048697" name="Slide Number Placeholder 6"/>
          <p:cNvSpPr>
            <a:spLocks noGrp="1"/>
          </p:cNvSpPr>
          <p:nvPr>
            <p:ph type="sldNum" sz="quarter" idx="12"/>
          </p:nvPr>
        </p:nvSpPr>
        <p:spPr/>
        <p:txBody>
          <a:bodyPr/>
          <a:lstStyle/>
          <a:p>
            <a:fld id="{8AFE8D7A-B467-486C-B22A-FED08308D75D}" type="slidenum">
              <a:rPr lang="en-US" smtClean="0"/>
              <a:t>‹#›</a:t>
            </a:fld>
            <a:endParaRPr lang="en-US"/>
          </a:p>
        </p:txBody>
      </p:sp>
      <p:pic>
        <p:nvPicPr>
          <p:cNvPr id="2097176"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6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6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6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5" name="Date Placeholder 4"/>
          <p:cNvSpPr>
            <a:spLocks noGrp="1"/>
          </p:cNvSpPr>
          <p:nvPr>
            <p:ph type="dt" sz="half" idx="10"/>
          </p:nvPr>
        </p:nvSpPr>
        <p:spPr/>
        <p:txBody>
          <a:bodyPr/>
          <a:lstStyle/>
          <a:p>
            <a:fld id="{51720E6A-1642-446A-AAE5-AECA6E7637EE}" type="datetime1">
              <a:rPr lang="en-US" smtClean="0"/>
              <a:t>6/1/2026</a:t>
            </a:fld>
            <a:endParaRPr lang="en-US"/>
          </a:p>
        </p:txBody>
      </p:sp>
      <p:sp>
        <p:nvSpPr>
          <p:cNvPr id="1048666" name="Footer Placeholder 5"/>
          <p:cNvSpPr>
            <a:spLocks noGrp="1"/>
          </p:cNvSpPr>
          <p:nvPr>
            <p:ph type="ftr" sz="quarter" idx="11"/>
          </p:nvPr>
        </p:nvSpPr>
        <p:spPr/>
        <p:txBody>
          <a:bodyPr/>
          <a:lstStyle/>
          <a:p>
            <a:r>
              <a:rPr lang="en-US"/>
              <a:t>PSVPEC/CSE/Zeroth review/Batch no.1</a:t>
            </a:r>
          </a:p>
        </p:txBody>
      </p:sp>
      <p:sp>
        <p:nvSpPr>
          <p:cNvPr id="1048667" name="Slide Number Placeholder 6"/>
          <p:cNvSpPr>
            <a:spLocks noGrp="1"/>
          </p:cNvSpPr>
          <p:nvPr>
            <p:ph type="sldNum" sz="quarter" idx="12"/>
          </p:nvPr>
        </p:nvSpPr>
        <p:spPr/>
        <p:txBody>
          <a:bodyPr/>
          <a:lstStyle/>
          <a:p>
            <a:fld id="{8AFE8D7A-B467-486C-B22A-FED08308D75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8" name="Title 1"/>
          <p:cNvSpPr>
            <a:spLocks noGrp="1"/>
          </p:cNvSpPr>
          <p:nvPr>
            <p:ph type="title"/>
          </p:nvPr>
        </p:nvSpPr>
        <p:spPr/>
        <p:txBody>
          <a:bodyPr/>
          <a:lstStyle/>
          <a:p>
            <a:r>
              <a:rPr lang="en-US"/>
              <a:t>Click to edit Master title style</a:t>
            </a:r>
          </a:p>
        </p:txBody>
      </p:sp>
      <p:sp>
        <p:nvSpPr>
          <p:cNvPr id="104866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0" name="Date Placeholder 3"/>
          <p:cNvSpPr>
            <a:spLocks noGrp="1"/>
          </p:cNvSpPr>
          <p:nvPr>
            <p:ph type="dt" sz="half" idx="10"/>
          </p:nvPr>
        </p:nvSpPr>
        <p:spPr/>
        <p:txBody>
          <a:bodyPr/>
          <a:lstStyle/>
          <a:p>
            <a:fld id="{E274A6B0-FF41-4EFB-94F7-EAF31E5ED3D7}" type="datetime1">
              <a:rPr lang="en-US" smtClean="0"/>
              <a:t>6/1/2026</a:t>
            </a:fld>
            <a:endParaRPr lang="en-US"/>
          </a:p>
        </p:txBody>
      </p:sp>
      <p:sp>
        <p:nvSpPr>
          <p:cNvPr id="1048671" name="Footer Placeholder 4"/>
          <p:cNvSpPr>
            <a:spLocks noGrp="1"/>
          </p:cNvSpPr>
          <p:nvPr>
            <p:ph type="ftr" sz="quarter" idx="11"/>
          </p:nvPr>
        </p:nvSpPr>
        <p:spPr/>
        <p:txBody>
          <a:bodyPr/>
          <a:lstStyle/>
          <a:p>
            <a:r>
              <a:rPr lang="en-US"/>
              <a:t>PSVPEC/CSE/Zeroth review/Batch no.1</a:t>
            </a:r>
          </a:p>
        </p:txBody>
      </p:sp>
      <p:sp>
        <p:nvSpPr>
          <p:cNvPr id="1048672" name="Slide Number Placeholder 5"/>
          <p:cNvSpPr>
            <a:spLocks noGrp="1"/>
          </p:cNvSpPr>
          <p:nvPr>
            <p:ph type="sldNum" sz="quarter" idx="12"/>
          </p:nvPr>
        </p:nvSpPr>
        <p:spPr/>
        <p:txBody>
          <a:bodyPr/>
          <a:lstStyle/>
          <a:p>
            <a:fld id="{8AFE8D7A-B467-486C-B22A-FED08308D75D}" type="slidenum">
              <a:rPr lang="en-US" smtClean="0"/>
              <a:t>‹#›</a:t>
            </a:fld>
            <a:endParaRPr lang="en-US"/>
          </a:p>
        </p:txBody>
      </p:sp>
      <p:pic>
        <p:nvPicPr>
          <p:cNvPr id="2097173"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7"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58"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9" name="Date Placeholder 3"/>
          <p:cNvSpPr>
            <a:spLocks noGrp="1"/>
          </p:cNvSpPr>
          <p:nvPr>
            <p:ph type="dt" sz="half" idx="10"/>
          </p:nvPr>
        </p:nvSpPr>
        <p:spPr/>
        <p:txBody>
          <a:bodyPr/>
          <a:lstStyle/>
          <a:p>
            <a:fld id="{BBB442B2-A8D6-4491-A289-470D7F9A8B74}" type="datetime1">
              <a:rPr lang="en-US" smtClean="0"/>
              <a:t>6/1/2026</a:t>
            </a:fld>
            <a:endParaRPr lang="en-US"/>
          </a:p>
        </p:txBody>
      </p:sp>
      <p:sp>
        <p:nvSpPr>
          <p:cNvPr id="1048660" name="Footer Placeholder 4"/>
          <p:cNvSpPr>
            <a:spLocks noGrp="1"/>
          </p:cNvSpPr>
          <p:nvPr>
            <p:ph type="ftr" sz="quarter" idx="11"/>
          </p:nvPr>
        </p:nvSpPr>
        <p:spPr/>
        <p:txBody>
          <a:bodyPr/>
          <a:lstStyle/>
          <a:p>
            <a:r>
              <a:rPr lang="en-US"/>
              <a:t>PSVPEC/CSE/Zeroth review/Batch no.1</a:t>
            </a:r>
          </a:p>
        </p:txBody>
      </p:sp>
      <p:sp>
        <p:nvSpPr>
          <p:cNvPr id="1048661" name="Slide Number Placeholder 5"/>
          <p:cNvSpPr>
            <a:spLocks noGrp="1"/>
          </p:cNvSpPr>
          <p:nvPr>
            <p:ph type="sldNum" sz="quarter" idx="12"/>
          </p:nvPr>
        </p:nvSpPr>
        <p:spPr/>
        <p:txBody>
          <a:bodyPr/>
          <a:lstStyle/>
          <a:p>
            <a:fld id="{8AFE8D7A-B467-486C-B22A-FED08308D75D}" type="slidenum">
              <a:rPr lang="en-US" smtClean="0"/>
              <a:t>‹#›</a:t>
            </a:fld>
            <a:endParaRPr lang="en-US"/>
          </a:p>
        </p:txBody>
      </p:sp>
      <p:pic>
        <p:nvPicPr>
          <p:cNvPr id="2097172" name="Content Placeholder 9"/>
          <p:cNvPicPr>
            <a:picLocks noChangeAspect="1"/>
          </p:cNvPicPr>
          <p:nvPr userDrawn="1"/>
        </p:nvPicPr>
        <p:blipFill>
          <a:blip r:embed="rId2">
            <a:alphaModFix amt="4000"/>
          </a:blip>
          <a:stretch>
            <a:fillRect/>
          </a:stretch>
        </p:blipFill>
        <p:spPr>
          <a:xfrm>
            <a:off x="2400300" y="1129217"/>
            <a:ext cx="4343400" cy="468272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00C889-B78A-455B-B858-B4C409321732}" type="datetime1">
              <a:rPr lang="en-US" smtClean="0"/>
              <a:t>6/1/2026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PSVPEC/CSE/Zeroth review/Batch no.1</a:t>
            </a:r>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E8D7A-B467-486C-B22A-FED08308D75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ieeexplore.ieee.org/Xplorehelp/Help_Pubdates.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Box 6"/>
          <p:cNvSpPr txBox="1"/>
          <p:nvPr/>
        </p:nvSpPr>
        <p:spPr>
          <a:xfrm>
            <a:off x="838200" y="2514600"/>
            <a:ext cx="7243665" cy="1200329"/>
          </a:xfrm>
          <a:prstGeom prst="rect">
            <a:avLst/>
          </a:prstGeom>
          <a:noFill/>
        </p:spPr>
        <p:txBody>
          <a:bodyPr wrap="square" rtlCol="0">
            <a:spAutoFit/>
          </a:bodyPr>
          <a:lstStyle/>
          <a:p>
            <a:pPr algn="ctr"/>
            <a:r>
              <a:rPr lang="en-IN" sz="3600" dirty="0">
                <a:solidFill>
                  <a:srgbClr val="C00000"/>
                </a:solidFill>
              </a:rPr>
              <a:t>SMART POULTRY FARM CONTROL SYSTEM</a:t>
            </a:r>
            <a:endParaRPr lang="en-US" sz="3600" b="1" dirty="0">
              <a:solidFill>
                <a:srgbClr val="C00000"/>
              </a:solidFill>
              <a:latin typeface="Arial Narrow" pitchFamily="34" charset="0"/>
            </a:endParaRPr>
          </a:p>
        </p:txBody>
      </p:sp>
      <p:sp>
        <p:nvSpPr>
          <p:cNvPr id="1048587" name="TextBox 7"/>
          <p:cNvSpPr txBox="1"/>
          <p:nvPr/>
        </p:nvSpPr>
        <p:spPr>
          <a:xfrm>
            <a:off x="4724400" y="4572000"/>
            <a:ext cx="3962400" cy="1661993"/>
          </a:xfrm>
          <a:prstGeom prst="rect">
            <a:avLst/>
          </a:prstGeom>
          <a:noFill/>
        </p:spPr>
        <p:txBody>
          <a:bodyPr wrap="square" rtlCol="0">
            <a:spAutoFit/>
          </a:bodyPr>
          <a:lstStyle/>
          <a:p>
            <a:pPr algn="ctr"/>
            <a:r>
              <a:rPr lang="en-US" dirty="0">
                <a:solidFill>
                  <a:srgbClr val="002060"/>
                </a:solidFill>
                <a:latin typeface="Arial Narrow" pitchFamily="34" charset="0"/>
              </a:rPr>
              <a:t>Batch No.4</a:t>
            </a:r>
          </a:p>
          <a:p>
            <a:pPr algn="ctr"/>
            <a:r>
              <a:rPr lang="en-US" dirty="0">
                <a:solidFill>
                  <a:srgbClr val="002060"/>
                </a:solidFill>
                <a:latin typeface="Arial Narrow" pitchFamily="34" charset="0"/>
              </a:rPr>
              <a:t>Team members</a:t>
            </a:r>
          </a:p>
          <a:p>
            <a:pPr algn="just"/>
            <a:r>
              <a:rPr lang="en-US" sz="2400" dirty="0">
                <a:solidFill>
                  <a:srgbClr val="002060"/>
                </a:solidFill>
                <a:latin typeface="Arial Narrow" pitchFamily="34" charset="0"/>
              </a:rPr>
              <a:t>     </a:t>
            </a:r>
            <a:r>
              <a:rPr lang="en-US" dirty="0">
                <a:solidFill>
                  <a:srgbClr val="002060"/>
                </a:solidFill>
                <a:latin typeface="Arial Narrow" pitchFamily="34" charset="0"/>
              </a:rPr>
              <a:t>1. Shreedhar G(411723106078)</a:t>
            </a:r>
          </a:p>
          <a:p>
            <a:pPr algn="just"/>
            <a:r>
              <a:rPr lang="en-US" dirty="0">
                <a:solidFill>
                  <a:srgbClr val="002060"/>
                </a:solidFill>
                <a:latin typeface="Arial Narrow" pitchFamily="34" charset="0"/>
              </a:rPr>
              <a:t>       2. Manoj S(411723106051)</a:t>
            </a:r>
          </a:p>
          <a:p>
            <a:pPr algn="just"/>
            <a:endParaRPr lang="en-US" sz="2400" dirty="0">
              <a:solidFill>
                <a:srgbClr val="002060"/>
              </a:solidFill>
              <a:latin typeface="Arial Narrow" pitchFamily="34" charset="0"/>
            </a:endParaRPr>
          </a:p>
        </p:txBody>
      </p:sp>
      <p:sp>
        <p:nvSpPr>
          <p:cNvPr id="1048588" name="Slide Number Placeholder 9"/>
          <p:cNvSpPr>
            <a:spLocks noGrp="1"/>
          </p:cNvSpPr>
          <p:nvPr>
            <p:ph type="sldNum" sz="quarter" idx="12"/>
          </p:nvPr>
        </p:nvSpPr>
        <p:spPr/>
        <p:txBody>
          <a:bodyPr/>
          <a:lstStyle/>
          <a:p>
            <a:fld id="{8AFE8D7A-B467-486C-B22A-FED08308D75D}" type="slidenum">
              <a:rPr lang="en-US" smtClean="0"/>
              <a:t>1</a:t>
            </a:fld>
            <a:endParaRPr lang="en-US"/>
          </a:p>
        </p:txBody>
      </p:sp>
      <p:pic>
        <p:nvPicPr>
          <p:cNvPr id="2097153" name="Picture 1"/>
          <p:cNvPicPr>
            <a:picLocks noChangeAspect="1"/>
          </p:cNvPicPr>
          <p:nvPr/>
        </p:nvPicPr>
        <p:blipFill>
          <a:blip r:embed="rId2"/>
          <a:stretch>
            <a:fillRect/>
          </a:stretch>
        </p:blipFill>
        <p:spPr>
          <a:xfrm>
            <a:off x="152400" y="0"/>
            <a:ext cx="8839200" cy="1327431"/>
          </a:xfrm>
          <a:prstGeom prst="rect">
            <a:avLst/>
          </a:prstGeom>
        </p:spPr>
      </p:pic>
      <p:sp>
        <p:nvSpPr>
          <p:cNvPr id="1048589" name="Footer Placeholder 2"/>
          <p:cNvSpPr>
            <a:spLocks noGrp="1"/>
          </p:cNvSpPr>
          <p:nvPr>
            <p:ph type="ftr" sz="quarter" idx="11"/>
          </p:nvPr>
        </p:nvSpPr>
        <p:spPr/>
        <p:txBody>
          <a:bodyPr/>
          <a:lstStyle/>
          <a:p>
            <a:r>
              <a:rPr lang="en-US" dirty="0"/>
              <a:t>PSVPEC/ECE/Mini project /Batch no. 4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5"/>
          <p:cNvSpPr/>
          <p:nvPr/>
        </p:nvSpPr>
        <p:spPr>
          <a:xfrm>
            <a:off x="0" y="-51372"/>
            <a:ext cx="7924630" cy="813371"/>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Objective of the Project</a:t>
            </a:r>
          </a:p>
        </p:txBody>
      </p:sp>
      <p:sp>
        <p:nvSpPr>
          <p:cNvPr id="1048596" name="Slide Number Placeholder 4"/>
          <p:cNvSpPr>
            <a:spLocks noGrp="1"/>
          </p:cNvSpPr>
          <p:nvPr>
            <p:ph type="sldNum" sz="quarter" idx="12"/>
          </p:nvPr>
        </p:nvSpPr>
        <p:spPr/>
        <p:txBody>
          <a:bodyPr/>
          <a:lstStyle/>
          <a:p>
            <a:fld id="{8AFE8D7A-B467-486C-B22A-FED08308D75D}" type="slidenum">
              <a:rPr lang="en-US" smtClean="0"/>
              <a:t>2</a:t>
            </a:fld>
            <a:endParaRPr lang="en-US" dirty="0"/>
          </a:p>
        </p:txBody>
      </p:sp>
      <p:sp>
        <p:nvSpPr>
          <p:cNvPr id="1048597" name="Footer Placeholder 6"/>
          <p:cNvSpPr>
            <a:spLocks noGrp="1"/>
          </p:cNvSpPr>
          <p:nvPr>
            <p:ph type="ftr" sz="quarter" idx="11"/>
          </p:nvPr>
        </p:nvSpPr>
        <p:spPr/>
        <p:txBody>
          <a:bodyPr/>
          <a:lstStyle/>
          <a:p>
            <a:r>
              <a:rPr lang="en-US" dirty="0"/>
              <a:t>PSVPEC/ECE/Mini project /Batch no. 4 </a:t>
            </a:r>
          </a:p>
        </p:txBody>
      </p:sp>
      <p:pic>
        <p:nvPicPr>
          <p:cNvPr id="2097155" name="Picture 3"/>
          <p:cNvPicPr>
            <a:picLocks noChangeAspect="1"/>
          </p:cNvPicPr>
          <p:nvPr/>
        </p:nvPicPr>
        <p:blipFill>
          <a:blip r:embed="rId2"/>
          <a:stretch>
            <a:fillRect/>
          </a:stretch>
        </p:blipFill>
        <p:spPr>
          <a:xfrm>
            <a:off x="7924630" y="56967"/>
            <a:ext cx="1219370" cy="1314633"/>
          </a:xfrm>
          <a:prstGeom prst="rect">
            <a:avLst/>
          </a:prstGeom>
        </p:spPr>
      </p:pic>
      <p:sp>
        <p:nvSpPr>
          <p:cNvPr id="1048598" name="Content Placeholder 7"/>
          <p:cNvSpPr>
            <a:spLocks noGrp="1"/>
          </p:cNvSpPr>
          <p:nvPr>
            <p:ph idx="1"/>
          </p:nvPr>
        </p:nvSpPr>
        <p:spPr>
          <a:xfrm>
            <a:off x="457200" y="1848277"/>
            <a:ext cx="8229600" cy="4525963"/>
          </a:xfrm>
        </p:spPr>
        <p:txBody>
          <a:bodyPr>
            <a:normAutofit/>
          </a:bodyPr>
          <a:lstStyle/>
          <a:p>
            <a:r>
              <a:rPr lang="en-IN" sz="2400" dirty="0"/>
              <a:t>To develop an automatic poultry farm temperature control system.</a:t>
            </a:r>
          </a:p>
          <a:p>
            <a:r>
              <a:rPr lang="en-IN" sz="2400" dirty="0"/>
              <a:t>To monitor temperature and humidity using DHT11 sensor.</a:t>
            </a:r>
          </a:p>
          <a:p>
            <a:r>
              <a:rPr lang="en-IN" sz="2400" dirty="0"/>
              <a:t>To control heater automatically during cold conditions.</a:t>
            </a:r>
          </a:p>
          <a:p>
            <a:r>
              <a:rPr lang="en-IN" sz="2400" dirty="0"/>
              <a:t>To control intake and exhaust fans during high temperature.</a:t>
            </a:r>
          </a:p>
          <a:p>
            <a:r>
              <a:rPr lang="en-IN" sz="2400" dirty="0"/>
              <a:t>To reduce manual monitoring and improve poultry health.</a:t>
            </a:r>
          </a:p>
          <a:p>
            <a:endParaRPr lang="en-US" sz="2400" dirty="0"/>
          </a:p>
        </p:txBody>
      </p:sp>
      <p:sp>
        <p:nvSpPr>
          <p:cNvPr id="4" name="Rectangle 3">
            <a:extLst>
              <a:ext uri="{FF2B5EF4-FFF2-40B4-BE49-F238E27FC236}">
                <a16:creationId xmlns:a16="http://schemas.microsoft.com/office/drawing/2014/main" id="{0C9F98A7-0619-9E26-D721-A988A828EF56}"/>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Rectangle 5"/>
          <p:cNvSpPr/>
          <p:nvPr/>
        </p:nvSpPr>
        <p:spPr>
          <a:xfrm>
            <a:off x="0" y="-51372"/>
            <a:ext cx="7239000" cy="889571"/>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PROBLEM STATEMENT</a:t>
            </a:r>
          </a:p>
        </p:txBody>
      </p:sp>
      <p:sp>
        <p:nvSpPr>
          <p:cNvPr id="1048600" name="Slide Number Placeholder 4"/>
          <p:cNvSpPr>
            <a:spLocks noGrp="1"/>
          </p:cNvSpPr>
          <p:nvPr>
            <p:ph type="sldNum" sz="quarter" idx="12"/>
          </p:nvPr>
        </p:nvSpPr>
        <p:spPr/>
        <p:txBody>
          <a:bodyPr/>
          <a:lstStyle/>
          <a:p>
            <a:fld id="{8AFE8D7A-B467-486C-B22A-FED08308D75D}" type="slidenum">
              <a:rPr lang="en-US" smtClean="0"/>
              <a:t>3</a:t>
            </a:fld>
            <a:endParaRPr lang="en-US"/>
          </a:p>
        </p:txBody>
      </p:sp>
      <p:sp>
        <p:nvSpPr>
          <p:cNvPr id="1048601" name="Footer Placeholder 6"/>
          <p:cNvSpPr>
            <a:spLocks noGrp="1"/>
          </p:cNvSpPr>
          <p:nvPr>
            <p:ph type="ftr" sz="quarter" idx="11"/>
          </p:nvPr>
        </p:nvSpPr>
        <p:spPr/>
        <p:txBody>
          <a:bodyPr/>
          <a:lstStyle/>
          <a:p>
            <a:r>
              <a:rPr lang="en-US" dirty="0"/>
              <a:t>PSVPEC/ECE/Mini project /Batch no. 4 </a:t>
            </a:r>
          </a:p>
        </p:txBody>
      </p:sp>
      <p:pic>
        <p:nvPicPr>
          <p:cNvPr id="2097156" name="Picture 3"/>
          <p:cNvPicPr>
            <a:picLocks noChangeAspect="1"/>
          </p:cNvPicPr>
          <p:nvPr/>
        </p:nvPicPr>
        <p:blipFill>
          <a:blip r:embed="rId2"/>
          <a:stretch>
            <a:fillRect/>
          </a:stretch>
        </p:blipFill>
        <p:spPr>
          <a:xfrm>
            <a:off x="7848515" y="21265"/>
            <a:ext cx="1219370" cy="1314633"/>
          </a:xfrm>
          <a:prstGeom prst="rect">
            <a:avLst/>
          </a:prstGeom>
        </p:spPr>
      </p:pic>
      <p:sp>
        <p:nvSpPr>
          <p:cNvPr id="1048602" name="Content Placeholder 7"/>
          <p:cNvSpPr>
            <a:spLocks noGrp="1"/>
          </p:cNvSpPr>
          <p:nvPr>
            <p:ph idx="1"/>
          </p:nvPr>
        </p:nvSpPr>
        <p:spPr>
          <a:xfrm>
            <a:off x="234820" y="1319046"/>
            <a:ext cx="8229600" cy="4068763"/>
          </a:xfrm>
        </p:spPr>
        <p:txBody>
          <a:bodyPr>
            <a:normAutofit/>
          </a:bodyPr>
          <a:lstStyle/>
          <a:p>
            <a:r>
              <a:rPr lang="en-IN" sz="2800" dirty="0"/>
              <a:t>Poultry birds are sensitive to temperature variations.</a:t>
            </a:r>
          </a:p>
          <a:p>
            <a:r>
              <a:rPr lang="en-IN" sz="2800" dirty="0"/>
              <a:t>Temperature drops significantly during winter nights.</a:t>
            </a:r>
          </a:p>
          <a:p>
            <a:r>
              <a:rPr lang="en-IN" sz="2800" dirty="0"/>
              <a:t>Manual monitoring is difficult and time-consuming.</a:t>
            </a:r>
          </a:p>
          <a:p>
            <a:r>
              <a:rPr lang="en-IN" sz="2800" dirty="0"/>
              <a:t>Delayed response causes stress and disease in birds.</a:t>
            </a:r>
          </a:p>
          <a:p>
            <a:r>
              <a:rPr lang="en-IN" sz="2800" dirty="0"/>
              <a:t>An automated temperature control system is required.</a:t>
            </a:r>
          </a:p>
          <a:p>
            <a:endParaRPr lang="en-US" sz="2800" dirty="0"/>
          </a:p>
        </p:txBody>
      </p:sp>
      <p:pic>
        <p:nvPicPr>
          <p:cNvPr id="4" name="Picture 3">
            <a:extLst>
              <a:ext uri="{FF2B5EF4-FFF2-40B4-BE49-F238E27FC236}">
                <a16:creationId xmlns:a16="http://schemas.microsoft.com/office/drawing/2014/main" id="{6906D473-9A7C-D9AF-DC77-7F6989DA44D9}"/>
              </a:ext>
            </a:extLst>
          </p:cNvPr>
          <p:cNvPicPr>
            <a:picLocks noChangeAspect="1"/>
          </p:cNvPicPr>
          <p:nvPr/>
        </p:nvPicPr>
        <p:blipFill>
          <a:blip r:embed="rId3"/>
          <a:stretch>
            <a:fillRect/>
          </a:stretch>
        </p:blipFill>
        <p:spPr>
          <a:xfrm>
            <a:off x="3965553" y="3962400"/>
            <a:ext cx="4800600" cy="230220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C5E25FEF-2727-5D94-A4B8-C657240638EB}"/>
              </a:ext>
            </a:extLst>
          </p:cNvPr>
          <p:cNvPicPr>
            <a:picLocks noChangeAspect="1"/>
          </p:cNvPicPr>
          <p:nvPr/>
        </p:nvPicPr>
        <p:blipFill>
          <a:blip r:embed="rId4">
            <a:alphaModFix amt="66000"/>
          </a:blip>
          <a:stretch>
            <a:fillRect/>
          </a:stretch>
        </p:blipFill>
        <p:spPr>
          <a:xfrm>
            <a:off x="8361480" y="3943738"/>
            <a:ext cx="467179" cy="381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Rectangle 5"/>
          <p:cNvSpPr/>
          <p:nvPr/>
        </p:nvSpPr>
        <p:spPr>
          <a:xfrm>
            <a:off x="0" y="-51371"/>
            <a:ext cx="67818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EXISTING SYSTEM</a:t>
            </a:r>
          </a:p>
        </p:txBody>
      </p:sp>
      <p:sp>
        <p:nvSpPr>
          <p:cNvPr id="1048604" name="Slide Number Placeholder 4"/>
          <p:cNvSpPr>
            <a:spLocks noGrp="1"/>
          </p:cNvSpPr>
          <p:nvPr>
            <p:ph type="sldNum" sz="quarter" idx="12"/>
          </p:nvPr>
        </p:nvSpPr>
        <p:spPr/>
        <p:txBody>
          <a:bodyPr/>
          <a:lstStyle/>
          <a:p>
            <a:fld id="{8AFE8D7A-B467-486C-B22A-FED08308D75D}" type="slidenum">
              <a:rPr lang="en-US" smtClean="0"/>
              <a:t>4</a:t>
            </a:fld>
            <a:endParaRPr lang="en-US"/>
          </a:p>
        </p:txBody>
      </p:sp>
      <p:sp>
        <p:nvSpPr>
          <p:cNvPr id="1048605" name="Footer Placeholder 6"/>
          <p:cNvSpPr>
            <a:spLocks noGrp="1"/>
          </p:cNvSpPr>
          <p:nvPr>
            <p:ph type="ftr" sz="quarter" idx="11"/>
          </p:nvPr>
        </p:nvSpPr>
        <p:spPr/>
        <p:txBody>
          <a:bodyPr/>
          <a:lstStyle/>
          <a:p>
            <a:r>
              <a:rPr lang="en-US" dirty="0"/>
              <a:t>PSVPEC/ECE/Mini project /Batch no. 4 </a:t>
            </a:r>
          </a:p>
        </p:txBody>
      </p:sp>
      <p:pic>
        <p:nvPicPr>
          <p:cNvPr id="2097157" name="Picture 3"/>
          <p:cNvPicPr>
            <a:picLocks noChangeAspect="1"/>
          </p:cNvPicPr>
          <p:nvPr/>
        </p:nvPicPr>
        <p:blipFill>
          <a:blip r:embed="rId2"/>
          <a:stretch>
            <a:fillRect/>
          </a:stretch>
        </p:blipFill>
        <p:spPr>
          <a:xfrm>
            <a:off x="7848515" y="0"/>
            <a:ext cx="1219370" cy="1314633"/>
          </a:xfrm>
          <a:prstGeom prst="rect">
            <a:avLst/>
          </a:prstGeom>
        </p:spPr>
      </p:pic>
      <p:sp>
        <p:nvSpPr>
          <p:cNvPr id="1048606" name="Content Placeholder 7"/>
          <p:cNvSpPr>
            <a:spLocks noGrp="1"/>
          </p:cNvSpPr>
          <p:nvPr>
            <p:ph idx="1"/>
          </p:nvPr>
        </p:nvSpPr>
        <p:spPr>
          <a:xfrm>
            <a:off x="441649" y="1828800"/>
            <a:ext cx="8458200" cy="5211763"/>
          </a:xfrm>
        </p:spPr>
        <p:txBody>
          <a:bodyPr>
            <a:normAutofit/>
          </a:bodyPr>
          <a:lstStyle/>
          <a:p>
            <a:r>
              <a:rPr lang="en-IN" sz="2800" dirty="0"/>
              <a:t>Traditional poultry farms use manual monitoring.</a:t>
            </a:r>
          </a:p>
          <a:p>
            <a:r>
              <a:rPr lang="en-IN" sz="2800" dirty="0"/>
              <a:t>Farmers manually operate heaters and fans.</a:t>
            </a:r>
          </a:p>
          <a:p>
            <a:r>
              <a:rPr lang="en-IN" sz="2800" dirty="0"/>
              <a:t>Continuous supervision is required.</a:t>
            </a:r>
          </a:p>
          <a:p>
            <a:r>
              <a:rPr lang="en-IN" sz="2800" dirty="0"/>
              <a:t>Higher </a:t>
            </a:r>
            <a:r>
              <a:rPr lang="en-IN" sz="2800" dirty="0" err="1"/>
              <a:t>labor</a:t>
            </a:r>
            <a:r>
              <a:rPr lang="en-IN" sz="2800" dirty="0"/>
              <a:t> cost.</a:t>
            </a:r>
          </a:p>
          <a:p>
            <a:r>
              <a:rPr lang="en-IN" sz="2800" dirty="0"/>
              <a:t>Delayed response during sudden temperature changes.</a:t>
            </a:r>
          </a:p>
          <a:p>
            <a:r>
              <a:rPr lang="en-IN" sz="2800" dirty="0"/>
              <a:t>Reduced efficiency and productivity.</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Footer Placeholder 1"/>
          <p:cNvSpPr>
            <a:spLocks noGrp="1"/>
          </p:cNvSpPr>
          <p:nvPr>
            <p:ph type="ftr" sz="quarter" idx="11"/>
          </p:nvPr>
        </p:nvSpPr>
        <p:spPr/>
        <p:txBody>
          <a:bodyPr/>
          <a:lstStyle/>
          <a:p>
            <a:r>
              <a:rPr lang="en-US" dirty="0"/>
              <a:t>PSVPEC/ECE/Mini project /Batch no. 4 </a:t>
            </a:r>
          </a:p>
        </p:txBody>
      </p:sp>
      <p:sp>
        <p:nvSpPr>
          <p:cNvPr id="1048611" name="Slide Number Placeholder 2"/>
          <p:cNvSpPr>
            <a:spLocks noGrp="1"/>
          </p:cNvSpPr>
          <p:nvPr>
            <p:ph type="sldNum" sz="quarter" idx="12"/>
          </p:nvPr>
        </p:nvSpPr>
        <p:spPr/>
        <p:txBody>
          <a:bodyPr/>
          <a:lstStyle/>
          <a:p>
            <a:fld id="{8AFE8D7A-B467-486C-B22A-FED08308D75D}" type="slidenum">
              <a:rPr lang="en-US" smtClean="0"/>
              <a:t>5</a:t>
            </a:fld>
            <a:endParaRPr lang="en-US"/>
          </a:p>
        </p:txBody>
      </p:sp>
      <p:sp>
        <p:nvSpPr>
          <p:cNvPr id="1048612" name="Rectangle 3"/>
          <p:cNvSpPr/>
          <p:nvPr/>
        </p:nvSpPr>
        <p:spPr>
          <a:xfrm>
            <a:off x="5751" y="0"/>
            <a:ext cx="67818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NOVELTY</a:t>
            </a:r>
          </a:p>
        </p:txBody>
      </p:sp>
      <p:pic>
        <p:nvPicPr>
          <p:cNvPr id="2097159" name="Picture 5"/>
          <p:cNvPicPr>
            <a:picLocks noChangeAspect="1"/>
          </p:cNvPicPr>
          <p:nvPr/>
        </p:nvPicPr>
        <p:blipFill>
          <a:blip r:embed="rId2"/>
          <a:stretch>
            <a:fillRect/>
          </a:stretch>
        </p:blipFill>
        <p:spPr>
          <a:xfrm>
            <a:off x="7770792" y="136525"/>
            <a:ext cx="1219370" cy="1314633"/>
          </a:xfrm>
          <a:prstGeom prst="rect">
            <a:avLst/>
          </a:prstGeom>
        </p:spPr>
      </p:pic>
      <p:sp>
        <p:nvSpPr>
          <p:cNvPr id="5" name="Content Placeholder 7">
            <a:extLst>
              <a:ext uri="{FF2B5EF4-FFF2-40B4-BE49-F238E27FC236}">
                <a16:creationId xmlns:a16="http://schemas.microsoft.com/office/drawing/2014/main" id="{1A0D91EB-5FE6-485A-0154-576A0126A1F5}"/>
              </a:ext>
            </a:extLst>
          </p:cNvPr>
          <p:cNvSpPr txBox="1">
            <a:spLocks/>
          </p:cNvSpPr>
          <p:nvPr/>
        </p:nvSpPr>
        <p:spPr>
          <a:xfrm>
            <a:off x="457200" y="1830387"/>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800" dirty="0"/>
              <a:t>Automatic temperature monitoring.</a:t>
            </a:r>
          </a:p>
          <a:p>
            <a:r>
              <a:rPr lang="en-IN" sz="2800" dirty="0"/>
              <a:t>Real-time environmental control.</a:t>
            </a:r>
          </a:p>
          <a:p>
            <a:r>
              <a:rPr lang="en-IN" sz="2800" dirty="0"/>
              <a:t>Automatic heater operation during cold weather.</a:t>
            </a:r>
          </a:p>
          <a:p>
            <a:r>
              <a:rPr lang="en-IN" sz="2800" dirty="0"/>
              <a:t>Automatic intake and exhaust fan control.</a:t>
            </a:r>
          </a:p>
          <a:p>
            <a:r>
              <a:rPr lang="en-IN" sz="2800" dirty="0"/>
              <a:t>Energy-efficient operation.</a:t>
            </a:r>
          </a:p>
          <a:p>
            <a:r>
              <a:rPr lang="en-IN" sz="2800" dirty="0"/>
              <a:t>Low-cost Arduino-based solution.</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Footer Placeholder 1"/>
          <p:cNvSpPr>
            <a:spLocks noGrp="1"/>
          </p:cNvSpPr>
          <p:nvPr>
            <p:ph type="ftr" sz="quarter" idx="11"/>
          </p:nvPr>
        </p:nvSpPr>
        <p:spPr/>
        <p:txBody>
          <a:bodyPr/>
          <a:lstStyle/>
          <a:p>
            <a:r>
              <a:rPr lang="en-US" dirty="0"/>
              <a:t>PSVPEC/ECE/Mini project /Batch no. 4 </a:t>
            </a:r>
          </a:p>
        </p:txBody>
      </p:sp>
      <p:sp>
        <p:nvSpPr>
          <p:cNvPr id="1048614" name="Slide Number Placeholder 2"/>
          <p:cNvSpPr>
            <a:spLocks noGrp="1"/>
          </p:cNvSpPr>
          <p:nvPr>
            <p:ph type="sldNum" sz="quarter" idx="12"/>
          </p:nvPr>
        </p:nvSpPr>
        <p:spPr/>
        <p:txBody>
          <a:bodyPr/>
          <a:lstStyle/>
          <a:p>
            <a:fld id="{8AFE8D7A-B467-486C-B22A-FED08308D75D}" type="slidenum">
              <a:rPr lang="en-US" smtClean="0"/>
              <a:t>6</a:t>
            </a:fld>
            <a:endParaRPr lang="en-US"/>
          </a:p>
        </p:txBody>
      </p:sp>
      <p:sp>
        <p:nvSpPr>
          <p:cNvPr id="1048615" name="Rectangle 3"/>
          <p:cNvSpPr/>
          <p:nvPr/>
        </p:nvSpPr>
        <p:spPr>
          <a:xfrm>
            <a:off x="0" y="0"/>
            <a:ext cx="67818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a:latin typeface="Times New Roman" pitchFamily="18" charset="0"/>
                <a:cs typeface="Times New Roman" pitchFamily="18" charset="0"/>
              </a:rPr>
              <a:t>PROPOSED SYSTEM</a:t>
            </a:r>
            <a:endParaRPr lang="en-US" sz="3200" b="1" dirty="0">
              <a:latin typeface="Times New Roman" pitchFamily="18" charset="0"/>
              <a:cs typeface="Times New Roman" pitchFamily="18" charset="0"/>
            </a:endParaRPr>
          </a:p>
        </p:txBody>
      </p:sp>
      <p:pic>
        <p:nvPicPr>
          <p:cNvPr id="2097160" name="Picture 5"/>
          <p:cNvPicPr>
            <a:picLocks noChangeAspect="1"/>
          </p:cNvPicPr>
          <p:nvPr/>
        </p:nvPicPr>
        <p:blipFill>
          <a:blip r:embed="rId2"/>
          <a:stretch>
            <a:fillRect/>
          </a:stretch>
        </p:blipFill>
        <p:spPr>
          <a:xfrm>
            <a:off x="7696030" y="136525"/>
            <a:ext cx="1219370" cy="1314633"/>
          </a:xfrm>
          <a:prstGeom prst="rect">
            <a:avLst/>
          </a:prstGeom>
        </p:spPr>
      </p:pic>
      <p:sp>
        <p:nvSpPr>
          <p:cNvPr id="4" name="Content Placeholder 7">
            <a:extLst>
              <a:ext uri="{FF2B5EF4-FFF2-40B4-BE49-F238E27FC236}">
                <a16:creationId xmlns:a16="http://schemas.microsoft.com/office/drawing/2014/main" id="{77E79324-6FD2-732B-8372-18ADB7F4BE11}"/>
              </a:ext>
            </a:extLst>
          </p:cNvPr>
          <p:cNvSpPr txBox="1">
            <a:spLocks/>
          </p:cNvSpPr>
          <p:nvPr/>
        </p:nvSpPr>
        <p:spPr>
          <a:xfrm>
            <a:off x="457200" y="15240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800" dirty="0"/>
              <a:t>DHT11 continuously monitors temperature and humidity.</a:t>
            </a:r>
          </a:p>
          <a:p>
            <a:r>
              <a:rPr lang="en-IN" sz="2800" dirty="0"/>
              <a:t>Arduino Uno processes sensor data.</a:t>
            </a:r>
          </a:p>
          <a:p>
            <a:r>
              <a:rPr lang="en-IN" sz="2800" dirty="0"/>
              <a:t>Relay module controls heater and fans.</a:t>
            </a:r>
          </a:p>
          <a:p>
            <a:r>
              <a:rPr lang="en-IN" sz="2800" dirty="0"/>
              <a:t>Heater activates when temperature falls below threshold.</a:t>
            </a:r>
          </a:p>
          <a:p>
            <a:r>
              <a:rPr lang="en-IN" sz="2800" dirty="0"/>
              <a:t>Fans activate when temperature exceeds threshold.</a:t>
            </a:r>
          </a:p>
          <a:p>
            <a:r>
              <a:rPr lang="en-IN" sz="2800" dirty="0"/>
              <a:t>Maintains comfortable poultry farm environment automatically.</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B310F8-90AC-03A5-BA13-090D3A990205}"/>
              </a:ext>
            </a:extLst>
          </p:cNvPr>
          <p:cNvSpPr>
            <a:spLocks noGrp="1"/>
          </p:cNvSpPr>
          <p:nvPr>
            <p:ph idx="1"/>
          </p:nvPr>
        </p:nvSpPr>
        <p:spPr>
          <a:xfrm>
            <a:off x="457200" y="4267200"/>
            <a:ext cx="8229600" cy="1858963"/>
          </a:xfrm>
        </p:spPr>
        <p:txBody>
          <a:bodyPr>
            <a:normAutofit fontScale="70000" lnSpcReduction="20000"/>
          </a:bodyPr>
          <a:lstStyle/>
          <a:p>
            <a:pPr>
              <a:buFont typeface="Wingdings" panose="05000000000000000000" pitchFamily="2" charset="2"/>
              <a:buChar char="Ø"/>
            </a:pPr>
            <a:r>
              <a:rPr lang="en-IN" dirty="0"/>
              <a:t>This paper proposes an Arduino-based poultry farm monitoring system that continuously measures temperature and automatically controls heaters and fans. The system helps maintain optimal environmental conditions, reduces human intervention, and improves poultry productivity.</a:t>
            </a:r>
          </a:p>
        </p:txBody>
      </p:sp>
      <p:sp>
        <p:nvSpPr>
          <p:cNvPr id="1048616" name="Footer Placeholder 1"/>
          <p:cNvSpPr>
            <a:spLocks noGrp="1"/>
          </p:cNvSpPr>
          <p:nvPr>
            <p:ph type="ftr" sz="quarter" idx="11"/>
          </p:nvPr>
        </p:nvSpPr>
        <p:spPr/>
        <p:txBody>
          <a:bodyPr/>
          <a:lstStyle/>
          <a:p>
            <a:r>
              <a:rPr lang="en-US" dirty="0"/>
              <a:t>PSVPEC/ECE/Mini project /Batch no. 4 </a:t>
            </a:r>
          </a:p>
        </p:txBody>
      </p:sp>
      <p:sp>
        <p:nvSpPr>
          <p:cNvPr id="1048617" name="Slide Number Placeholder 2"/>
          <p:cNvSpPr>
            <a:spLocks noGrp="1"/>
          </p:cNvSpPr>
          <p:nvPr>
            <p:ph type="sldNum" sz="quarter" idx="12"/>
          </p:nvPr>
        </p:nvSpPr>
        <p:spPr/>
        <p:txBody>
          <a:bodyPr/>
          <a:lstStyle/>
          <a:p>
            <a:fld id="{8AFE8D7A-B467-486C-B22A-FED08308D75D}" type="slidenum">
              <a:rPr lang="en-US" smtClean="0"/>
              <a:t>7</a:t>
            </a:fld>
            <a:endParaRPr lang="en-US"/>
          </a:p>
        </p:txBody>
      </p:sp>
      <p:sp>
        <p:nvSpPr>
          <p:cNvPr id="1048618" name="Rectangle 7"/>
          <p:cNvSpPr/>
          <p:nvPr/>
        </p:nvSpPr>
        <p:spPr>
          <a:xfrm>
            <a:off x="0" y="-51371"/>
            <a:ext cx="78486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Literature Survey –1 (</a:t>
            </a:r>
            <a:r>
              <a:rPr lang="en-US" sz="3000" b="1" dirty="0">
                <a:latin typeface="Times New Roman" pitchFamily="18" charset="0"/>
                <a:cs typeface="Times New Roman" pitchFamily="18" charset="0"/>
              </a:rPr>
              <a:t>BASE PAPER IEEE</a:t>
            </a:r>
            <a:r>
              <a:rPr lang="en-US" sz="3200" b="1" dirty="0">
                <a:latin typeface="Times New Roman" pitchFamily="18" charset="0"/>
                <a:cs typeface="Times New Roman" pitchFamily="18" charset="0"/>
              </a:rPr>
              <a:t>)</a:t>
            </a:r>
          </a:p>
        </p:txBody>
      </p:sp>
      <p:graphicFrame>
        <p:nvGraphicFramePr>
          <p:cNvPr id="4194304" name="Table 4"/>
          <p:cNvGraphicFramePr>
            <a:graphicFrameLocks noGrp="1"/>
          </p:cNvGraphicFramePr>
          <p:nvPr>
            <p:extLst>
              <p:ext uri="{D42A27DB-BD31-4B8C-83A1-F6EECF244321}">
                <p14:modId xmlns:p14="http://schemas.microsoft.com/office/powerpoint/2010/main" val="3375964729"/>
              </p:ext>
            </p:extLst>
          </p:nvPr>
        </p:nvGraphicFramePr>
        <p:xfrm>
          <a:off x="706794" y="1123457"/>
          <a:ext cx="7730412" cy="2934686"/>
        </p:xfrm>
        <a:graphic>
          <a:graphicData uri="http://schemas.openxmlformats.org/drawingml/2006/table">
            <a:tbl>
              <a:tblPr firstRow="1" bandRow="1">
                <a:tableStyleId>{5C22544A-7EE6-4342-B048-85BDC9FD1C3A}</a:tableStyleId>
              </a:tblPr>
              <a:tblGrid>
                <a:gridCol w="1700691">
                  <a:extLst>
                    <a:ext uri="{9D8B030D-6E8A-4147-A177-3AD203B41FA5}">
                      <a16:colId xmlns:a16="http://schemas.microsoft.com/office/drawing/2014/main" val="20000"/>
                    </a:ext>
                  </a:extLst>
                </a:gridCol>
                <a:gridCol w="1503486">
                  <a:extLst>
                    <a:ext uri="{9D8B030D-6E8A-4147-A177-3AD203B41FA5}">
                      <a16:colId xmlns:a16="http://schemas.microsoft.com/office/drawing/2014/main" val="20001"/>
                    </a:ext>
                  </a:extLst>
                </a:gridCol>
                <a:gridCol w="1047550">
                  <a:extLst>
                    <a:ext uri="{9D8B030D-6E8A-4147-A177-3AD203B41FA5}">
                      <a16:colId xmlns:a16="http://schemas.microsoft.com/office/drawing/2014/main" val="20002"/>
                    </a:ext>
                  </a:extLst>
                </a:gridCol>
                <a:gridCol w="1658094">
                  <a:extLst>
                    <a:ext uri="{9D8B030D-6E8A-4147-A177-3AD203B41FA5}">
                      <a16:colId xmlns:a16="http://schemas.microsoft.com/office/drawing/2014/main" val="20003"/>
                    </a:ext>
                  </a:extLst>
                </a:gridCol>
                <a:gridCol w="1820591">
                  <a:extLst>
                    <a:ext uri="{9D8B030D-6E8A-4147-A177-3AD203B41FA5}">
                      <a16:colId xmlns:a16="http://schemas.microsoft.com/office/drawing/2014/main" val="20004"/>
                    </a:ext>
                  </a:extLst>
                </a:gridCol>
              </a:tblGrid>
              <a:tr h="651433">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AUTHOR</a:t>
                      </a:r>
                    </a:p>
                  </a:txBody>
                  <a:tcPr/>
                </a:tc>
                <a:tc>
                  <a:txBody>
                    <a:bodyPr/>
                    <a:lstStyle/>
                    <a:p>
                      <a:pPr algn="ctr"/>
                      <a:r>
                        <a:rPr lang="en-IN" sz="14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METHOD/</a:t>
                      </a:r>
                    </a:p>
                    <a:p>
                      <a:r>
                        <a:rPr lang="en-IN" sz="1600" dirty="0">
                          <a:latin typeface="Times New Roman" panose="02020603050405020304" pitchFamily="18" charset="0"/>
                          <a:cs typeface="Times New Roman" panose="02020603050405020304" pitchFamily="18" charset="0"/>
                        </a:rPr>
                        <a:t>TECHNIQUE</a:t>
                      </a:r>
                    </a:p>
                  </a:txBody>
                  <a:tcPr/>
                </a:tc>
                <a:tc>
                  <a:txBody>
                    <a:bodyPr/>
                    <a:lstStyle/>
                    <a:p>
                      <a:r>
                        <a:rPr lang="en-IN" sz="1600"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2203166">
                <a:tc>
                  <a:txBody>
                    <a:bodyPr/>
                    <a:lstStyle/>
                    <a:p>
                      <a:r>
                        <a:rPr lang="en-IN" dirty="0"/>
                        <a:t>Arduino-Based Smart Poultry Farm Temperature Monitoring and Control System</a:t>
                      </a:r>
                      <a:endParaRPr lang="en-IN" b="0" dirty="0">
                        <a:latin typeface="Times New Roman" panose="02020603050405020304" pitchFamily="18" charset="0"/>
                        <a:cs typeface="Times New Roman" panose="02020603050405020304" pitchFamily="18" charset="0"/>
                      </a:endParaRPr>
                    </a:p>
                  </a:txBody>
                  <a:tcPr/>
                </a:tc>
                <a:tc>
                  <a:txBody>
                    <a:bodyPr/>
                    <a:lstStyle/>
                    <a:p>
                      <a:r>
                        <a:rPr lang="en-IN" dirty="0"/>
                        <a:t>Kumar R., Sharma P., Verma S.</a:t>
                      </a:r>
                      <a:endParaRPr lang="en-IN" sz="1800" b="0" dirty="0">
                        <a:latin typeface="Times New Roman" panose="02020603050405020304" pitchFamily="18" charset="0"/>
                        <a:cs typeface="Times New Roman" panose="02020603050405020304" pitchFamily="18" charset="0"/>
                      </a:endParaRPr>
                    </a:p>
                  </a:txBody>
                  <a:tcPr/>
                </a:tc>
                <a:tc>
                  <a:txBody>
                    <a:bodyPr/>
                    <a:lstStyle/>
                    <a:p>
                      <a:pPr algn="ctr"/>
                      <a:r>
                        <a:rPr lang="en-IN" dirty="0"/>
                        <a:t>2023</a:t>
                      </a:r>
                      <a:endParaRPr lang="en-IN"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Arduino Uno, Temperature Sensor, Relay Module, Automatic Heater and Fan Control</a:t>
                      </a:r>
                      <a:endParaRPr lang="en-US" sz="12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The system automatically monitors temperature and controls heating and cooling devices, improving poultry health, reducing manual </a:t>
                      </a:r>
                      <a:r>
                        <a:rPr lang="en-IN" sz="1200" dirty="0" err="1"/>
                        <a:t>labor</a:t>
                      </a:r>
                      <a:r>
                        <a:rPr lang="en-IN" sz="1200" dirty="0"/>
                        <a:t>, and maintaining a stable environment inside the poultry farm.</a:t>
                      </a:r>
                      <a:endParaRPr lang="en-US"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pic>
        <p:nvPicPr>
          <p:cNvPr id="2097161" name="Picture 5"/>
          <p:cNvPicPr>
            <a:picLocks noChangeAspect="1"/>
          </p:cNvPicPr>
          <p:nvPr/>
        </p:nvPicPr>
        <p:blipFill>
          <a:blip r:embed="rId2"/>
          <a:stretch>
            <a:fillRect/>
          </a:stretch>
        </p:blipFill>
        <p:spPr>
          <a:xfrm>
            <a:off x="7924630" y="56967"/>
            <a:ext cx="1219370" cy="13146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EE8D0B-2D26-2AA0-6E4F-E45A1534B850}"/>
              </a:ext>
            </a:extLst>
          </p:cNvPr>
          <p:cNvSpPr>
            <a:spLocks noGrp="1"/>
          </p:cNvSpPr>
          <p:nvPr>
            <p:ph idx="1"/>
          </p:nvPr>
        </p:nvSpPr>
        <p:spPr>
          <a:xfrm>
            <a:off x="457200" y="4114800"/>
            <a:ext cx="8229600" cy="2011363"/>
          </a:xfrm>
        </p:spPr>
        <p:txBody>
          <a:bodyPr>
            <a:normAutofit/>
          </a:bodyPr>
          <a:lstStyle/>
          <a:p>
            <a:pPr>
              <a:buFont typeface="Wingdings" panose="05000000000000000000" pitchFamily="2" charset="2"/>
              <a:buChar char="Ø"/>
            </a:pPr>
            <a:r>
              <a:rPr lang="en-IN" sz="2000" dirty="0"/>
              <a:t>This paper presents an IoT-based poultry farm monitoring system that collects environmental data using multiple sensors and transmits it to the cloud. Farmers can monitor farm conditions remotely and receive alerts when environmental parameters exceed safe limits.</a:t>
            </a:r>
          </a:p>
        </p:txBody>
      </p:sp>
      <p:sp>
        <p:nvSpPr>
          <p:cNvPr id="1048619" name="Footer Placeholder 1"/>
          <p:cNvSpPr>
            <a:spLocks noGrp="1"/>
          </p:cNvSpPr>
          <p:nvPr>
            <p:ph type="ftr" sz="quarter" idx="11"/>
          </p:nvPr>
        </p:nvSpPr>
        <p:spPr/>
        <p:txBody>
          <a:bodyPr/>
          <a:lstStyle/>
          <a:p>
            <a:r>
              <a:rPr lang="en-US" dirty="0"/>
              <a:t>PSVPEC/ECE/Mini project /Batch no. 4 </a:t>
            </a:r>
          </a:p>
        </p:txBody>
      </p:sp>
      <p:sp>
        <p:nvSpPr>
          <p:cNvPr id="1048620" name="Slide Number Placeholder 2"/>
          <p:cNvSpPr>
            <a:spLocks noGrp="1"/>
          </p:cNvSpPr>
          <p:nvPr>
            <p:ph type="sldNum" sz="quarter" idx="12"/>
          </p:nvPr>
        </p:nvSpPr>
        <p:spPr/>
        <p:txBody>
          <a:bodyPr/>
          <a:lstStyle/>
          <a:p>
            <a:fld id="{8AFE8D7A-B467-486C-B22A-FED08308D75D}" type="slidenum">
              <a:rPr lang="en-US" smtClean="0"/>
              <a:t>8</a:t>
            </a:fld>
            <a:endParaRPr lang="en-US"/>
          </a:p>
        </p:txBody>
      </p:sp>
      <p:sp>
        <p:nvSpPr>
          <p:cNvPr id="1048621" name="Rectangle 3"/>
          <p:cNvSpPr/>
          <p:nvPr/>
        </p:nvSpPr>
        <p:spPr>
          <a:xfrm>
            <a:off x="0" y="-51371"/>
            <a:ext cx="85344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Literature Survey–2</a:t>
            </a:r>
            <a:r>
              <a:rPr lang="en-US" sz="3600" b="1" dirty="0">
                <a:latin typeface="Times New Roman" pitchFamily="18" charset="0"/>
                <a:cs typeface="Times New Roman" pitchFamily="18" charset="0"/>
              </a:rPr>
              <a:t> </a:t>
            </a:r>
            <a:r>
              <a:rPr lang="en-US" sz="3000" b="1" dirty="0">
                <a:latin typeface="Times New Roman" pitchFamily="18" charset="0"/>
                <a:cs typeface="Times New Roman" pitchFamily="18" charset="0"/>
              </a:rPr>
              <a:t>(REFERENCE PAPER)</a:t>
            </a:r>
          </a:p>
        </p:txBody>
      </p:sp>
      <p:graphicFrame>
        <p:nvGraphicFramePr>
          <p:cNvPr id="4194305" name="Table 5"/>
          <p:cNvGraphicFramePr>
            <a:graphicFrameLocks noGrp="1"/>
          </p:cNvGraphicFramePr>
          <p:nvPr>
            <p:extLst>
              <p:ext uri="{D42A27DB-BD31-4B8C-83A1-F6EECF244321}">
                <p14:modId xmlns:p14="http://schemas.microsoft.com/office/powerpoint/2010/main" val="3981999739"/>
              </p:ext>
            </p:extLst>
          </p:nvPr>
        </p:nvGraphicFramePr>
        <p:xfrm>
          <a:off x="457200" y="1143001"/>
          <a:ext cx="7620000" cy="2815252"/>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59467">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AUTHOR</a:t>
                      </a:r>
                    </a:p>
                  </a:txBody>
                  <a:tcPr/>
                </a:tc>
                <a:tc>
                  <a:txBody>
                    <a:bodyPr/>
                    <a:lstStyle/>
                    <a:p>
                      <a:pPr algn="ctr"/>
                      <a:r>
                        <a:rPr lang="en-IN" sz="14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METHOD/</a:t>
                      </a:r>
                    </a:p>
                    <a:p>
                      <a:r>
                        <a:rPr lang="en-IN" sz="1600" dirty="0">
                          <a:latin typeface="Times New Roman" panose="02020603050405020304" pitchFamily="18" charset="0"/>
                          <a:cs typeface="Times New Roman" panose="02020603050405020304" pitchFamily="18" charset="0"/>
                        </a:rPr>
                        <a:t>TECHNIQUE</a:t>
                      </a:r>
                    </a:p>
                  </a:txBody>
                  <a:tcPr/>
                </a:tc>
                <a:tc>
                  <a:txBody>
                    <a:bodyPr/>
                    <a:lstStyle/>
                    <a:p>
                      <a:r>
                        <a:rPr lang="en-IN" sz="1600"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2083732">
                <a:tc>
                  <a:txBody>
                    <a:bodyPr/>
                    <a:lstStyle/>
                    <a:p>
                      <a:r>
                        <a:rPr lang="en-IN" sz="1600" dirty="0"/>
                        <a:t>IoT-Based Smart Poultry Farm Environmental Monitoring System Using Sensors and Cloud Computing</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dirty="0"/>
                        <a:t>Singh A., Patel M., Gupta R.</a:t>
                      </a:r>
                      <a:endParaRPr lang="en-IN" sz="1600" b="0" dirty="0">
                        <a:latin typeface="Times New Roman" panose="02020603050405020304" pitchFamily="18" charset="0"/>
                        <a:cs typeface="Times New Roman" panose="02020603050405020304" pitchFamily="18" charset="0"/>
                      </a:endParaRPr>
                    </a:p>
                  </a:txBody>
                  <a:tcPr/>
                </a:tc>
                <a:tc>
                  <a:txBody>
                    <a:bodyPr/>
                    <a:lstStyle/>
                    <a:p>
                      <a:pPr algn="ctr"/>
                      <a:br>
                        <a:rPr lang="en-IN" sz="1800" b="0" u="none" strike="noStrike" kern="1200" dirty="0">
                          <a:solidFill>
                            <a:schemeClr val="dk1"/>
                          </a:solidFill>
                          <a:effectLst/>
                          <a:latin typeface="Times New Roman" panose="02020603050405020304" pitchFamily="18" charset="0"/>
                          <a:ea typeface="+mn-ea"/>
                          <a:cs typeface="Times New Roman" panose="02020603050405020304" pitchFamily="18" charset="0"/>
                          <a:hlinkClick r:id="rId2"/>
                        </a:rPr>
                      </a:br>
                      <a:r>
                        <a:rPr lang="en-IN" dirty="0"/>
                        <a:t>2022</a:t>
                      </a:r>
                      <a:endParaRPr lang="en-IN"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IoT, Temperature Sensor, Humidity Sensor, Cloud Monitoring, Wi-Fi Communication</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IN" sz="1200" dirty="0"/>
                        <a:t>The system enables remote monitoring of poultry farm conditions through cloud technology and improves environmental management using real-time sensor data.</a:t>
                      </a:r>
                      <a:endParaRPr lang="en-IN"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pic>
        <p:nvPicPr>
          <p:cNvPr id="2097162" name="Picture 6"/>
          <p:cNvPicPr>
            <a:picLocks noChangeAspect="1"/>
          </p:cNvPicPr>
          <p:nvPr/>
        </p:nvPicPr>
        <p:blipFill>
          <a:blip r:embed="rId3"/>
          <a:stretch>
            <a:fillRect/>
          </a:stretch>
        </p:blipFill>
        <p:spPr>
          <a:xfrm>
            <a:off x="7924630" y="56967"/>
            <a:ext cx="1219370" cy="13146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0EF35-05F5-A158-084D-D209D2FA1B91}"/>
              </a:ext>
            </a:extLst>
          </p:cNvPr>
          <p:cNvSpPr>
            <a:spLocks noGrp="1"/>
          </p:cNvSpPr>
          <p:nvPr>
            <p:ph idx="1"/>
          </p:nvPr>
        </p:nvSpPr>
        <p:spPr>
          <a:xfrm>
            <a:off x="457200" y="4343400"/>
            <a:ext cx="8229600" cy="1782763"/>
          </a:xfrm>
        </p:spPr>
        <p:txBody>
          <a:bodyPr>
            <a:noAutofit/>
          </a:bodyPr>
          <a:lstStyle/>
          <a:p>
            <a:pPr>
              <a:buFont typeface="Wingdings" panose="05000000000000000000" pitchFamily="2" charset="2"/>
              <a:buChar char="Ø"/>
            </a:pPr>
            <a:r>
              <a:rPr lang="en-IN" sz="1800" dirty="0"/>
              <a:t>This paper focuses on automatic temperature regulation in poultry farms using an Arduino controller and relay modules. The system activates heaters and fans based on temperature conditions, ensuring a comfortable environment for poultry birds with minimal human intervention.</a:t>
            </a:r>
          </a:p>
        </p:txBody>
      </p:sp>
      <p:sp>
        <p:nvSpPr>
          <p:cNvPr id="1048622" name="Footer Placeholder 1"/>
          <p:cNvSpPr>
            <a:spLocks noGrp="1"/>
          </p:cNvSpPr>
          <p:nvPr>
            <p:ph type="ftr" sz="quarter" idx="11"/>
          </p:nvPr>
        </p:nvSpPr>
        <p:spPr/>
        <p:txBody>
          <a:bodyPr/>
          <a:lstStyle/>
          <a:p>
            <a:r>
              <a:rPr lang="en-US" dirty="0"/>
              <a:t>PSVPEC/ECE/Mini project /Batch no. 4 </a:t>
            </a:r>
          </a:p>
        </p:txBody>
      </p:sp>
      <p:sp>
        <p:nvSpPr>
          <p:cNvPr id="1048623" name="Slide Number Placeholder 2"/>
          <p:cNvSpPr>
            <a:spLocks noGrp="1"/>
          </p:cNvSpPr>
          <p:nvPr>
            <p:ph type="sldNum" sz="quarter" idx="12"/>
          </p:nvPr>
        </p:nvSpPr>
        <p:spPr/>
        <p:txBody>
          <a:bodyPr/>
          <a:lstStyle/>
          <a:p>
            <a:fld id="{8AFE8D7A-B467-486C-B22A-FED08308D75D}" type="slidenum">
              <a:rPr lang="en-US" smtClean="0"/>
              <a:t>9</a:t>
            </a:fld>
            <a:endParaRPr lang="en-US"/>
          </a:p>
        </p:txBody>
      </p:sp>
      <p:sp>
        <p:nvSpPr>
          <p:cNvPr id="1048624" name="Rectangle 5"/>
          <p:cNvSpPr/>
          <p:nvPr/>
        </p:nvSpPr>
        <p:spPr>
          <a:xfrm>
            <a:off x="0" y="-51371"/>
            <a:ext cx="83058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Literature Survey – 3 (</a:t>
            </a:r>
            <a:r>
              <a:rPr lang="en-US" sz="3000" b="1" dirty="0">
                <a:latin typeface="Times New Roman" pitchFamily="18" charset="0"/>
                <a:cs typeface="Times New Roman" pitchFamily="18" charset="0"/>
              </a:rPr>
              <a:t>REFERENCE PAPER</a:t>
            </a:r>
            <a:r>
              <a:rPr lang="en-US" sz="3200" b="1" dirty="0">
                <a:latin typeface="Times New Roman" pitchFamily="18" charset="0"/>
                <a:cs typeface="Times New Roman" pitchFamily="18" charset="0"/>
              </a:rPr>
              <a:t>)</a:t>
            </a:r>
          </a:p>
        </p:txBody>
      </p:sp>
      <p:graphicFrame>
        <p:nvGraphicFramePr>
          <p:cNvPr id="4194306" name="Table 4"/>
          <p:cNvGraphicFramePr>
            <a:graphicFrameLocks noGrp="1"/>
          </p:cNvGraphicFramePr>
          <p:nvPr>
            <p:extLst>
              <p:ext uri="{D42A27DB-BD31-4B8C-83A1-F6EECF244321}">
                <p14:modId xmlns:p14="http://schemas.microsoft.com/office/powerpoint/2010/main" val="2951091620"/>
              </p:ext>
            </p:extLst>
          </p:nvPr>
        </p:nvGraphicFramePr>
        <p:xfrm>
          <a:off x="457200" y="1183719"/>
          <a:ext cx="7620000" cy="3043457"/>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19145">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AUTHOR</a:t>
                      </a:r>
                    </a:p>
                  </a:txBody>
                  <a:tcPr/>
                </a:tc>
                <a:tc>
                  <a:txBody>
                    <a:bodyPr/>
                    <a:lstStyle/>
                    <a:p>
                      <a:pPr algn="ctr"/>
                      <a:r>
                        <a:rPr lang="en-IN" sz="14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METHOD/</a:t>
                      </a:r>
                    </a:p>
                    <a:p>
                      <a:r>
                        <a:rPr lang="en-IN" sz="1600" dirty="0">
                          <a:latin typeface="Times New Roman" panose="02020603050405020304" pitchFamily="18" charset="0"/>
                          <a:cs typeface="Times New Roman" panose="02020603050405020304" pitchFamily="18" charset="0"/>
                        </a:rPr>
                        <a:t>TECHNIQUE</a:t>
                      </a:r>
                    </a:p>
                  </a:txBody>
                  <a:tcPr/>
                </a:tc>
                <a:tc>
                  <a:txBody>
                    <a:bodyPr/>
                    <a:lstStyle/>
                    <a:p>
                      <a:r>
                        <a:rPr lang="en-IN" sz="1600"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2311937">
                <a:tc>
                  <a:txBody>
                    <a:bodyPr/>
                    <a:lstStyle/>
                    <a:p>
                      <a:r>
                        <a:rPr lang="en-IN" dirty="0"/>
                        <a:t>Arduino-Based Automated Temperature Control System for Poultry Farms Using Sensors and Relays</a:t>
                      </a:r>
                      <a:endParaRPr lang="en-IN" b="0" dirty="0">
                        <a:latin typeface="Times New Roman" panose="02020603050405020304" pitchFamily="18" charset="0"/>
                        <a:cs typeface="Times New Roman" panose="02020603050405020304" pitchFamily="18" charset="0"/>
                      </a:endParaRPr>
                    </a:p>
                  </a:txBody>
                  <a:tcPr/>
                </a:tc>
                <a:tc>
                  <a:txBody>
                    <a:bodyPr/>
                    <a:lstStyle/>
                    <a:p>
                      <a:r>
                        <a:rPr lang="en-IN" dirty="0"/>
                        <a:t>Kumar S., Patel R.</a:t>
                      </a:r>
                      <a:endParaRPr lang="en-IN" sz="1800" b="0" dirty="0">
                        <a:latin typeface="Times New Roman" panose="02020603050405020304" pitchFamily="18" charset="0"/>
                        <a:cs typeface="Times New Roman" panose="02020603050405020304" pitchFamily="18" charset="0"/>
                      </a:endParaRPr>
                    </a:p>
                  </a:txBody>
                  <a:tcPr/>
                </a:tc>
                <a:tc>
                  <a:txBody>
                    <a:bodyPr/>
                    <a:lstStyle/>
                    <a:p>
                      <a:pPr algn="ctr"/>
                      <a:r>
                        <a:rPr lang="en-IN" dirty="0"/>
                        <a:t>2021</a:t>
                      </a:r>
                      <a:endParaRPr lang="en-IN"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Arduino Microcontroller, Temperature Sensor, Relay-Based Heater and Fan Control</a:t>
                      </a:r>
                      <a:endParaRPr lang="en-IN" sz="12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The automated system maintains a stable temperature inside the poultry shed, reducing poultry stress and improving bird growth and health.</a:t>
                      </a:r>
                      <a:endParaRPr lang="en-IN"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pic>
        <p:nvPicPr>
          <p:cNvPr id="2097163" name="Picture 6"/>
          <p:cNvPicPr>
            <a:picLocks noChangeAspect="1"/>
          </p:cNvPicPr>
          <p:nvPr/>
        </p:nvPicPr>
        <p:blipFill>
          <a:blip r:embed="rId2"/>
          <a:stretch>
            <a:fillRect/>
          </a:stretch>
        </p:blipFill>
        <p:spPr>
          <a:xfrm>
            <a:off x="7924630" y="-130915"/>
            <a:ext cx="1219370" cy="13146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ECB31-BE03-739F-613E-111DDEC78E99}"/>
              </a:ext>
            </a:extLst>
          </p:cNvPr>
          <p:cNvSpPr>
            <a:spLocks noGrp="1"/>
          </p:cNvSpPr>
          <p:nvPr>
            <p:ph idx="1"/>
          </p:nvPr>
        </p:nvSpPr>
        <p:spPr>
          <a:xfrm>
            <a:off x="457200" y="4343400"/>
            <a:ext cx="8229600" cy="1782763"/>
          </a:xfrm>
        </p:spPr>
        <p:txBody>
          <a:bodyPr>
            <a:normAutofit/>
          </a:bodyPr>
          <a:lstStyle/>
          <a:p>
            <a:pPr>
              <a:buFont typeface="Wingdings" panose="05000000000000000000" pitchFamily="2" charset="2"/>
              <a:buChar char="Ø"/>
            </a:pPr>
            <a:r>
              <a:rPr lang="en-IN" sz="1800" dirty="0"/>
              <a:t>This paper presents a Wireless Sensor Network (WSN) based poultry farm monitoring system that uses distributed sensors to measure environmental conditions. The system improves monitoring accuracy, provides real-time environmental control, and enhances poultry health and productivity.</a:t>
            </a:r>
          </a:p>
        </p:txBody>
      </p:sp>
      <p:sp>
        <p:nvSpPr>
          <p:cNvPr id="1048625" name="Footer Placeholder 1"/>
          <p:cNvSpPr>
            <a:spLocks noGrp="1"/>
          </p:cNvSpPr>
          <p:nvPr>
            <p:ph type="ftr" sz="quarter" idx="11"/>
          </p:nvPr>
        </p:nvSpPr>
        <p:spPr/>
        <p:txBody>
          <a:bodyPr/>
          <a:lstStyle/>
          <a:p>
            <a:r>
              <a:rPr lang="en-US" dirty="0"/>
              <a:t>PSVPEC/ECE/Mini project /Batch no. 4 </a:t>
            </a:r>
          </a:p>
        </p:txBody>
      </p:sp>
      <p:sp>
        <p:nvSpPr>
          <p:cNvPr id="1048626" name="Slide Number Placeholder 2"/>
          <p:cNvSpPr>
            <a:spLocks noGrp="1"/>
          </p:cNvSpPr>
          <p:nvPr>
            <p:ph type="sldNum" sz="quarter" idx="12"/>
          </p:nvPr>
        </p:nvSpPr>
        <p:spPr/>
        <p:txBody>
          <a:bodyPr/>
          <a:lstStyle/>
          <a:p>
            <a:fld id="{8AFE8D7A-B467-486C-B22A-FED08308D75D}" type="slidenum">
              <a:rPr lang="en-US" smtClean="0"/>
              <a:t>10</a:t>
            </a:fld>
            <a:endParaRPr lang="en-US"/>
          </a:p>
        </p:txBody>
      </p:sp>
      <p:sp>
        <p:nvSpPr>
          <p:cNvPr id="1048627" name="Rectangle 4"/>
          <p:cNvSpPr/>
          <p:nvPr/>
        </p:nvSpPr>
        <p:spPr>
          <a:xfrm>
            <a:off x="0" y="-51371"/>
            <a:ext cx="80010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Literature Survey – 4 </a:t>
            </a:r>
            <a:r>
              <a:rPr lang="en-US" sz="3000" b="1" dirty="0">
                <a:latin typeface="Times New Roman" pitchFamily="18" charset="0"/>
                <a:cs typeface="Times New Roman" pitchFamily="18" charset="0"/>
              </a:rPr>
              <a:t>(REFERENCE PAPER)</a:t>
            </a:r>
          </a:p>
        </p:txBody>
      </p:sp>
      <p:graphicFrame>
        <p:nvGraphicFramePr>
          <p:cNvPr id="4194307" name="Table 5"/>
          <p:cNvGraphicFramePr>
            <a:graphicFrameLocks noGrp="1"/>
          </p:cNvGraphicFramePr>
          <p:nvPr>
            <p:extLst>
              <p:ext uri="{D42A27DB-BD31-4B8C-83A1-F6EECF244321}">
                <p14:modId xmlns:p14="http://schemas.microsoft.com/office/powerpoint/2010/main" val="2118369949"/>
              </p:ext>
            </p:extLst>
          </p:nvPr>
        </p:nvGraphicFramePr>
        <p:xfrm>
          <a:off x="457200" y="1417045"/>
          <a:ext cx="7620000" cy="2746588"/>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82687">
                <a:tc>
                  <a:txBody>
                    <a:bodyPr/>
                    <a:lstStyle/>
                    <a:p>
                      <a:pPr algn="ctr"/>
                      <a:r>
                        <a:rPr lang="en-IN" sz="16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IN" sz="1600" dirty="0">
                          <a:latin typeface="Times New Roman" panose="02020603050405020304" pitchFamily="18" charset="0"/>
                          <a:cs typeface="Times New Roman" panose="02020603050405020304" pitchFamily="18" charset="0"/>
                        </a:rPr>
                        <a:t>AUTHOR</a:t>
                      </a:r>
                    </a:p>
                  </a:txBody>
                  <a:tcPr/>
                </a:tc>
                <a:tc>
                  <a:txBody>
                    <a:bodyPr/>
                    <a:lstStyle/>
                    <a:p>
                      <a:pPr algn="ctr"/>
                      <a:r>
                        <a:rPr lang="en-IN" sz="14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METHOD/</a:t>
                      </a:r>
                    </a:p>
                    <a:p>
                      <a:r>
                        <a:rPr lang="en-IN" sz="1600" dirty="0">
                          <a:latin typeface="Times New Roman" panose="02020603050405020304" pitchFamily="18" charset="0"/>
                          <a:cs typeface="Times New Roman" panose="02020603050405020304" pitchFamily="18" charset="0"/>
                        </a:rPr>
                        <a:t>TECHNIQUE</a:t>
                      </a:r>
                    </a:p>
                  </a:txBody>
                  <a:tcPr/>
                </a:tc>
                <a:tc>
                  <a:txBody>
                    <a:bodyPr/>
                    <a:lstStyle/>
                    <a:p>
                      <a:r>
                        <a:rPr lang="en-IN" sz="1600"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2015068">
                <a:tc>
                  <a:txBody>
                    <a:bodyPr/>
                    <a:lstStyle/>
                    <a:p>
                      <a:r>
                        <a:rPr lang="en-IN" sz="1600" dirty="0"/>
                        <a:t>Wireless Sensor Network Based Smart Poultry Farm Monitoring System for Environmental Control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600" dirty="0"/>
                        <a:t>Rahman M., Islam T., Ahmed N.</a:t>
                      </a:r>
                      <a:endParaRPr lang="en-IN" sz="1650" dirty="0">
                        <a:latin typeface="Times New Roman" pitchFamily="18" charset="0"/>
                        <a:cs typeface="Times New Roman" pitchFamily="18" charset="0"/>
                      </a:endParaRPr>
                    </a:p>
                  </a:txBody>
                  <a:tcPr/>
                </a:tc>
                <a:tc>
                  <a:txBody>
                    <a:bodyPr/>
                    <a:lstStyle/>
                    <a:p>
                      <a:pPr algn="ctr"/>
                      <a:r>
                        <a:rPr lang="en-IN" dirty="0"/>
                        <a:t>2021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IN" sz="1200" dirty="0"/>
                        <a:t>Wireless Sensor Network (WSN), Environmental Sensors, Central Control Unit</a:t>
                      </a:r>
                      <a:endParaRPr lang="en-US" sz="1200" dirty="0"/>
                    </a:p>
                  </a:txBody>
                  <a:tcPr/>
                </a:tc>
                <a:tc>
                  <a:txBody>
                    <a:bodyPr/>
                    <a:lstStyle/>
                    <a:p>
                      <a:r>
                        <a:rPr lang="en-IN" sz="1200" dirty="0"/>
                        <a:t>The system improves environmental monitoring accuracy by collecting data from multiple sensor nodes and enables better poultry farm management.</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pic>
        <p:nvPicPr>
          <p:cNvPr id="2097164" name="Picture 6"/>
          <p:cNvPicPr>
            <a:picLocks noChangeAspect="1"/>
          </p:cNvPicPr>
          <p:nvPr/>
        </p:nvPicPr>
        <p:blipFill>
          <a:blip r:embed="rId2"/>
          <a:stretch>
            <a:fillRect/>
          </a:stretch>
        </p:blipFill>
        <p:spPr>
          <a:xfrm>
            <a:off x="7924630" y="56967"/>
            <a:ext cx="1219370" cy="13146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ectangle 5"/>
          <p:cNvSpPr/>
          <p:nvPr/>
        </p:nvSpPr>
        <p:spPr>
          <a:xfrm>
            <a:off x="-4665" y="18044"/>
            <a:ext cx="70866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Block diagram</a:t>
            </a:r>
          </a:p>
        </p:txBody>
      </p:sp>
      <p:sp>
        <p:nvSpPr>
          <p:cNvPr id="1048635" name="Slide Number Placeholder 4"/>
          <p:cNvSpPr>
            <a:spLocks noGrp="1"/>
          </p:cNvSpPr>
          <p:nvPr>
            <p:ph type="sldNum" sz="quarter" idx="12"/>
          </p:nvPr>
        </p:nvSpPr>
        <p:spPr/>
        <p:txBody>
          <a:bodyPr/>
          <a:lstStyle/>
          <a:p>
            <a:fld id="{8AFE8D7A-B467-486C-B22A-FED08308D75D}" type="slidenum">
              <a:rPr lang="en-US" smtClean="0"/>
              <a:t>11</a:t>
            </a:fld>
            <a:endParaRPr lang="en-US" dirty="0"/>
          </a:p>
        </p:txBody>
      </p:sp>
      <p:pic>
        <p:nvPicPr>
          <p:cNvPr id="2097167" name="Picture 3"/>
          <p:cNvPicPr>
            <a:picLocks noChangeAspect="1"/>
          </p:cNvPicPr>
          <p:nvPr/>
        </p:nvPicPr>
        <p:blipFill>
          <a:blip r:embed="rId2"/>
          <a:stretch>
            <a:fillRect/>
          </a:stretch>
        </p:blipFill>
        <p:spPr>
          <a:xfrm>
            <a:off x="7887416" y="74520"/>
            <a:ext cx="1219370" cy="1314633"/>
          </a:xfrm>
          <a:prstGeom prst="rect">
            <a:avLst/>
          </a:prstGeom>
        </p:spPr>
      </p:pic>
      <p:sp>
        <p:nvSpPr>
          <p:cNvPr id="1048636" name="Footer Placeholder 11"/>
          <p:cNvSpPr>
            <a:spLocks noGrp="1"/>
          </p:cNvSpPr>
          <p:nvPr>
            <p:ph type="ftr" sz="quarter" idx="11"/>
          </p:nvPr>
        </p:nvSpPr>
        <p:spPr/>
        <p:txBody>
          <a:bodyPr/>
          <a:lstStyle/>
          <a:p>
            <a:r>
              <a:rPr lang="en-US" dirty="0"/>
              <a:t>PSVPEC/ECE/Mini project /Batch no. 4 </a:t>
            </a:r>
          </a:p>
        </p:txBody>
      </p:sp>
      <p:pic>
        <p:nvPicPr>
          <p:cNvPr id="3" name="Content Placeholder 2">
            <a:extLst>
              <a:ext uri="{FF2B5EF4-FFF2-40B4-BE49-F238E27FC236}">
                <a16:creationId xmlns:a16="http://schemas.microsoft.com/office/drawing/2014/main" id="{2A628140-2B15-2C20-F1B0-1B58B7E34D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8309" y="1881748"/>
            <a:ext cx="8021169" cy="39820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Rectangle 5"/>
          <p:cNvSpPr/>
          <p:nvPr/>
        </p:nvSpPr>
        <p:spPr>
          <a:xfrm>
            <a:off x="0" y="37322"/>
            <a:ext cx="70866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 Hardware Requirements</a:t>
            </a:r>
          </a:p>
        </p:txBody>
      </p:sp>
      <p:sp>
        <p:nvSpPr>
          <p:cNvPr id="1048639" name="Slide Number Placeholder 4"/>
          <p:cNvSpPr>
            <a:spLocks noGrp="1"/>
          </p:cNvSpPr>
          <p:nvPr>
            <p:ph type="sldNum" sz="quarter" idx="12"/>
          </p:nvPr>
        </p:nvSpPr>
        <p:spPr/>
        <p:txBody>
          <a:bodyPr/>
          <a:lstStyle/>
          <a:p>
            <a:fld id="{8AFE8D7A-B467-486C-B22A-FED08308D75D}" type="slidenum">
              <a:rPr lang="en-US" smtClean="0"/>
              <a:t>12</a:t>
            </a:fld>
            <a:endParaRPr lang="en-US"/>
          </a:p>
        </p:txBody>
      </p:sp>
      <p:sp>
        <p:nvSpPr>
          <p:cNvPr id="1048640" name="Footer Placeholder 6"/>
          <p:cNvSpPr>
            <a:spLocks noGrp="1"/>
          </p:cNvSpPr>
          <p:nvPr>
            <p:ph type="ftr" sz="quarter" idx="11"/>
          </p:nvPr>
        </p:nvSpPr>
        <p:spPr/>
        <p:txBody>
          <a:bodyPr/>
          <a:lstStyle/>
          <a:p>
            <a:r>
              <a:rPr lang="en-US" dirty="0"/>
              <a:t>PSVPEC/ECE/Mini project /Batch no. 4 </a:t>
            </a:r>
          </a:p>
        </p:txBody>
      </p:sp>
      <p:pic>
        <p:nvPicPr>
          <p:cNvPr id="2097168" name="Picture 3"/>
          <p:cNvPicPr>
            <a:picLocks noChangeAspect="1"/>
          </p:cNvPicPr>
          <p:nvPr/>
        </p:nvPicPr>
        <p:blipFill>
          <a:blip r:embed="rId2"/>
          <a:stretch>
            <a:fillRect/>
          </a:stretch>
        </p:blipFill>
        <p:spPr>
          <a:xfrm>
            <a:off x="7887416" y="74520"/>
            <a:ext cx="1219370" cy="1314633"/>
          </a:xfrm>
          <a:prstGeom prst="rect">
            <a:avLst/>
          </a:prstGeom>
        </p:spPr>
      </p:pic>
      <p:sp>
        <p:nvSpPr>
          <p:cNvPr id="1048641" name="Content Placeholder 7"/>
          <p:cNvSpPr>
            <a:spLocks noGrp="1"/>
          </p:cNvSpPr>
          <p:nvPr>
            <p:ph idx="1"/>
          </p:nvPr>
        </p:nvSpPr>
        <p:spPr>
          <a:xfrm>
            <a:off x="381000" y="990600"/>
            <a:ext cx="8382000" cy="5135563"/>
          </a:xfrm>
        </p:spPr>
        <p:txBody>
          <a:bodyPr>
            <a:normAutofit/>
          </a:bodyPr>
          <a:lstStyle/>
          <a:p>
            <a:pPr marL="0" indent="0">
              <a:buNone/>
            </a:pPr>
            <a:r>
              <a:rPr lang="en-IN" sz="1600" b="1" dirty="0"/>
              <a:t>Hardware Components Used:</a:t>
            </a:r>
          </a:p>
          <a:p>
            <a:pPr lvl="1">
              <a:buFont typeface="Wingdings" panose="05000000000000000000" pitchFamily="2" charset="2"/>
              <a:buChar char="Ø"/>
            </a:pPr>
            <a:r>
              <a:rPr lang="en-IN" sz="1200" dirty="0"/>
              <a:t>Arduino Uno</a:t>
            </a:r>
          </a:p>
          <a:p>
            <a:pPr lvl="1">
              <a:buFont typeface="Wingdings" panose="05000000000000000000" pitchFamily="2" charset="2"/>
              <a:buChar char="Ø"/>
            </a:pPr>
            <a:r>
              <a:rPr lang="en-IN" sz="1200" dirty="0"/>
              <a:t>DHT11 Temperature and Humidity Sensor</a:t>
            </a:r>
          </a:p>
          <a:p>
            <a:pPr lvl="1">
              <a:buFont typeface="Wingdings" panose="05000000000000000000" pitchFamily="2" charset="2"/>
              <a:buChar char="Ø"/>
            </a:pPr>
            <a:r>
              <a:rPr lang="en-IN" sz="1200" dirty="0"/>
              <a:t>2-Channel Relay Module</a:t>
            </a:r>
          </a:p>
          <a:p>
            <a:pPr lvl="1">
              <a:buFont typeface="Wingdings" panose="05000000000000000000" pitchFamily="2" charset="2"/>
              <a:buChar char="Ø"/>
            </a:pPr>
            <a:r>
              <a:rPr lang="en-IN" sz="1200" dirty="0"/>
              <a:t>Heater</a:t>
            </a:r>
          </a:p>
          <a:p>
            <a:pPr lvl="1">
              <a:buFont typeface="Wingdings" panose="05000000000000000000" pitchFamily="2" charset="2"/>
              <a:buChar char="Ø"/>
            </a:pPr>
            <a:r>
              <a:rPr lang="en-IN" sz="1200" dirty="0"/>
              <a:t>Fan 1-Air In</a:t>
            </a:r>
          </a:p>
          <a:p>
            <a:pPr lvl="1">
              <a:buFont typeface="Wingdings" panose="05000000000000000000" pitchFamily="2" charset="2"/>
              <a:buChar char="Ø"/>
            </a:pPr>
            <a:r>
              <a:rPr lang="en-IN" sz="1200" dirty="0"/>
              <a:t>Fan 2-Air Out</a:t>
            </a:r>
          </a:p>
          <a:p>
            <a:pPr lvl="1">
              <a:buFont typeface="Wingdings" panose="05000000000000000000" pitchFamily="2" charset="2"/>
              <a:buChar char="Ø"/>
            </a:pPr>
            <a:r>
              <a:rPr lang="en-IN" sz="1200" dirty="0"/>
              <a:t>Jumper Wires</a:t>
            </a:r>
          </a:p>
          <a:p>
            <a:pPr lvl="1">
              <a:buFont typeface="Wingdings" panose="05000000000000000000" pitchFamily="2" charset="2"/>
              <a:buChar char="Ø"/>
            </a:pPr>
            <a:r>
              <a:rPr lang="en-IN" sz="1200" dirty="0"/>
              <a:t>Breadboard / PCB</a:t>
            </a:r>
          </a:p>
          <a:p>
            <a:pPr lvl="1">
              <a:buFont typeface="Wingdings" panose="05000000000000000000" pitchFamily="2" charset="2"/>
              <a:buChar char="Ø"/>
            </a:pPr>
            <a:r>
              <a:rPr lang="en-IN" sz="1200" dirty="0"/>
              <a:t>Power Supply Unit</a:t>
            </a:r>
          </a:p>
          <a:p>
            <a:pPr lvl="1">
              <a:buFont typeface="Wingdings" panose="05000000000000000000" pitchFamily="2" charset="2"/>
              <a:buChar char="Ø"/>
            </a:pPr>
            <a:endParaRPr lang="en-US" sz="1200" dirty="0"/>
          </a:p>
          <a:p>
            <a:pPr marL="457200" lvl="1" indent="0">
              <a:buNone/>
            </a:pPr>
            <a:r>
              <a:rPr lang="en-IN" sz="1800" b="1" dirty="0"/>
              <a:t>Description</a:t>
            </a:r>
          </a:p>
          <a:p>
            <a:pPr marL="457200" lvl="1" indent="0">
              <a:buNone/>
            </a:pPr>
            <a:r>
              <a:rPr lang="en-IN" sz="1800" b="1" dirty="0"/>
              <a:t>       </a:t>
            </a:r>
            <a:r>
              <a:rPr lang="en-IN" sz="1800" dirty="0"/>
              <a:t>The hardware setup consists of an Arduino Uno microcontroller that acts as the central controller of the system. The DHT11 sensor continuously monitors temperature and humidity inside the poultry shed. Based on the sensor readings, the Arduino controls the heater, intake fan, and exhaust fan through a 2-channel relay module. The heater maintains warmth during cold conditions, while the intake and exhaust fans provide proper ventilation and temperature regulation. The entire system is powered using a regulated power supply for reliable operation.</a:t>
            </a:r>
            <a:endParaRPr lang="en-US" sz="18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Rectangle 5"/>
          <p:cNvSpPr/>
          <p:nvPr/>
        </p:nvSpPr>
        <p:spPr>
          <a:xfrm>
            <a:off x="0" y="46036"/>
            <a:ext cx="70866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Software Requirements</a:t>
            </a:r>
          </a:p>
        </p:txBody>
      </p:sp>
      <p:sp>
        <p:nvSpPr>
          <p:cNvPr id="1048643" name="Slide Number Placeholder 4"/>
          <p:cNvSpPr>
            <a:spLocks noGrp="1"/>
          </p:cNvSpPr>
          <p:nvPr>
            <p:ph type="sldNum" sz="quarter" idx="12"/>
          </p:nvPr>
        </p:nvSpPr>
        <p:spPr/>
        <p:txBody>
          <a:bodyPr/>
          <a:lstStyle/>
          <a:p>
            <a:fld id="{8AFE8D7A-B467-486C-B22A-FED08308D75D}" type="slidenum">
              <a:rPr lang="en-US" smtClean="0"/>
              <a:t>13</a:t>
            </a:fld>
            <a:endParaRPr lang="en-US"/>
          </a:p>
        </p:txBody>
      </p:sp>
      <p:sp>
        <p:nvSpPr>
          <p:cNvPr id="1048644" name="Footer Placeholder 6"/>
          <p:cNvSpPr>
            <a:spLocks noGrp="1"/>
          </p:cNvSpPr>
          <p:nvPr>
            <p:ph type="ftr" sz="quarter" idx="11"/>
          </p:nvPr>
        </p:nvSpPr>
        <p:spPr/>
        <p:txBody>
          <a:bodyPr/>
          <a:lstStyle/>
          <a:p>
            <a:r>
              <a:rPr lang="en-US" dirty="0"/>
              <a:t>PSVPEC/ECE/Mini project /Batch no. 4 </a:t>
            </a:r>
          </a:p>
        </p:txBody>
      </p:sp>
      <p:pic>
        <p:nvPicPr>
          <p:cNvPr id="2097169" name="Picture 3"/>
          <p:cNvPicPr>
            <a:picLocks noChangeAspect="1"/>
          </p:cNvPicPr>
          <p:nvPr/>
        </p:nvPicPr>
        <p:blipFill>
          <a:blip r:embed="rId2"/>
          <a:stretch>
            <a:fillRect/>
          </a:stretch>
        </p:blipFill>
        <p:spPr>
          <a:xfrm>
            <a:off x="7887416" y="74520"/>
            <a:ext cx="1219370" cy="1314633"/>
          </a:xfrm>
          <a:prstGeom prst="rect">
            <a:avLst/>
          </a:prstGeom>
        </p:spPr>
      </p:pic>
      <p:sp>
        <p:nvSpPr>
          <p:cNvPr id="1048645" name="Content Placeholder 7"/>
          <p:cNvSpPr>
            <a:spLocks noGrp="1"/>
          </p:cNvSpPr>
          <p:nvPr>
            <p:ph idx="1"/>
          </p:nvPr>
        </p:nvSpPr>
        <p:spPr>
          <a:xfrm>
            <a:off x="304800" y="1219200"/>
            <a:ext cx="8382000" cy="4906963"/>
          </a:xfrm>
        </p:spPr>
        <p:txBody>
          <a:bodyPr>
            <a:normAutofit/>
          </a:bodyPr>
          <a:lstStyle/>
          <a:p>
            <a:pPr>
              <a:buFont typeface="Wingdings" panose="05000000000000000000" pitchFamily="2" charset="2"/>
              <a:buChar char="Ø"/>
            </a:pPr>
            <a:r>
              <a:rPr lang="en-IN" sz="2000" b="1" dirty="0"/>
              <a:t>Arduino IDE:</a:t>
            </a:r>
            <a:r>
              <a:rPr lang="en-IN" sz="2000" dirty="0"/>
              <a:t> </a:t>
            </a:r>
          </a:p>
          <a:p>
            <a:pPr marL="0" indent="0">
              <a:buNone/>
            </a:pPr>
            <a:r>
              <a:rPr lang="en-IN" sz="2000" dirty="0"/>
              <a:t>                </a:t>
            </a:r>
            <a:r>
              <a:rPr lang="en-IN" sz="1800" dirty="0"/>
              <a:t>Arduino IDE is the software used to write, compile, and upload programs to the Arduino Uno microcontroller. It provides a simple and user-friendly environment for developing embedded applications. In this project, Arduino IDE is used to develop the control program that reads temperature and humidity data from the DHT11 sensor and controls the heater, Intake fan, and exhaust fan through relay modules.</a:t>
            </a:r>
          </a:p>
          <a:p>
            <a:pPr marL="0" indent="0">
              <a:buNone/>
            </a:pPr>
            <a:endParaRPr lang="en-IN" sz="1800" dirty="0"/>
          </a:p>
          <a:p>
            <a:pPr>
              <a:buFont typeface="Wingdings" panose="05000000000000000000" pitchFamily="2" charset="2"/>
              <a:buChar char="Ø"/>
            </a:pPr>
            <a:r>
              <a:rPr lang="en-IN" sz="1800" b="1" dirty="0"/>
              <a:t>Embedded C:</a:t>
            </a:r>
            <a:r>
              <a:rPr lang="en-IN" sz="1800" dirty="0"/>
              <a:t> </a:t>
            </a:r>
          </a:p>
          <a:p>
            <a:pPr marL="0" indent="0">
              <a:buNone/>
            </a:pPr>
            <a:r>
              <a:rPr lang="en-IN" sz="1800" dirty="0"/>
              <a:t>                  Embedded C is the programming language used to implement the control logic of the Smart Poultry Farm Control System. It enables the Arduino Uno to continuously monitor sensor readings, compare them with predefined threshold values, and automatically operate the connected devices. Embedded C provides efficient, reliable, and real-time control, making it suitable for automation applications in poultry farming.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Rectangle 5"/>
          <p:cNvSpPr/>
          <p:nvPr/>
        </p:nvSpPr>
        <p:spPr>
          <a:xfrm>
            <a:off x="0" y="28931"/>
            <a:ext cx="7086600" cy="685800"/>
          </a:xfrm>
          <a:prstGeom prst="rect">
            <a:avLst/>
          </a:prstGeom>
          <a:solidFill>
            <a:srgbClr val="0070C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latin typeface="Times New Roman" pitchFamily="18" charset="0"/>
                <a:cs typeface="Times New Roman" pitchFamily="18" charset="0"/>
              </a:rPr>
              <a:t>Conclusion</a:t>
            </a:r>
          </a:p>
        </p:txBody>
      </p:sp>
      <p:sp>
        <p:nvSpPr>
          <p:cNvPr id="1048647" name="Slide Number Placeholder 4"/>
          <p:cNvSpPr>
            <a:spLocks noGrp="1"/>
          </p:cNvSpPr>
          <p:nvPr>
            <p:ph type="sldNum" sz="quarter" idx="12"/>
          </p:nvPr>
        </p:nvSpPr>
        <p:spPr/>
        <p:txBody>
          <a:bodyPr/>
          <a:lstStyle/>
          <a:p>
            <a:fld id="{8AFE8D7A-B467-486C-B22A-FED08308D75D}" type="slidenum">
              <a:rPr lang="en-US" smtClean="0"/>
              <a:t>14</a:t>
            </a:fld>
            <a:endParaRPr lang="en-US" dirty="0"/>
          </a:p>
        </p:txBody>
      </p:sp>
      <p:sp>
        <p:nvSpPr>
          <p:cNvPr id="1048648" name="Footer Placeholder 6"/>
          <p:cNvSpPr>
            <a:spLocks noGrp="1"/>
          </p:cNvSpPr>
          <p:nvPr>
            <p:ph type="ftr" sz="quarter" idx="11"/>
          </p:nvPr>
        </p:nvSpPr>
        <p:spPr/>
        <p:txBody>
          <a:bodyPr/>
          <a:lstStyle/>
          <a:p>
            <a:r>
              <a:rPr lang="en-US" dirty="0"/>
              <a:t>PSVPEC/ECE/Mini project /Batch no. 4 </a:t>
            </a:r>
          </a:p>
        </p:txBody>
      </p:sp>
      <p:pic>
        <p:nvPicPr>
          <p:cNvPr id="2097170" name="Picture 3"/>
          <p:cNvPicPr>
            <a:picLocks noChangeAspect="1"/>
          </p:cNvPicPr>
          <p:nvPr/>
        </p:nvPicPr>
        <p:blipFill>
          <a:blip r:embed="rId2"/>
          <a:stretch>
            <a:fillRect/>
          </a:stretch>
        </p:blipFill>
        <p:spPr>
          <a:xfrm>
            <a:off x="7908681" y="111716"/>
            <a:ext cx="1219370" cy="1314633"/>
          </a:xfrm>
          <a:prstGeom prst="rect">
            <a:avLst/>
          </a:prstGeom>
        </p:spPr>
      </p:pic>
      <p:sp>
        <p:nvSpPr>
          <p:cNvPr id="1048649" name="Content Placeholder 8"/>
          <p:cNvSpPr>
            <a:spLocks noGrp="1"/>
          </p:cNvSpPr>
          <p:nvPr>
            <p:ph idx="1"/>
          </p:nvPr>
        </p:nvSpPr>
        <p:spPr/>
        <p:txBody>
          <a:bodyPr>
            <a:normAutofit/>
          </a:bodyPr>
          <a:lstStyle/>
          <a:p>
            <a:pPr>
              <a:buFont typeface="Wingdings" panose="05000000000000000000" pitchFamily="2" charset="2"/>
              <a:buChar char="Ø"/>
            </a:pPr>
            <a:r>
              <a:rPr lang="en-IN" sz="1800" dirty="0"/>
              <a:t>The Smart Poultry Farm Control System was successfully designed and implemented using Arduino Uno, DHT11 sensor, relay module, heater, intake fan, and exhaust fan. The system continuously monitors temperature and humidity conditions and automatically controls the connected devices to maintain a suitable environment inside the poultry shed.</a:t>
            </a:r>
          </a:p>
          <a:p>
            <a:pPr>
              <a:buFont typeface="Wingdings" panose="05000000000000000000" pitchFamily="2" charset="2"/>
              <a:buChar char="Ø"/>
            </a:pPr>
            <a:endParaRPr lang="en-IN" sz="1800" dirty="0"/>
          </a:p>
          <a:p>
            <a:pPr>
              <a:buFont typeface="Wingdings" panose="05000000000000000000" pitchFamily="2" charset="2"/>
              <a:buChar char="Ø"/>
            </a:pPr>
            <a:r>
              <a:rPr lang="en-IN" sz="1800" dirty="0"/>
              <a:t>The experimental results demonstrated that the system effectively regulates temperature, reduces manual monitoring efforts, improves energy efficiency, and enhances poultry health and productivity. The proposed system provides a simple, reliable, and cost-effective solution for modern poultry farm automation and can be further enhanced with IoT-based remote monitoring and advanced environmental sensing features.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Content Placeholder 2"/>
          <p:cNvSpPr>
            <a:spLocks noGrp="1"/>
          </p:cNvSpPr>
          <p:nvPr>
            <p:ph idx="1"/>
          </p:nvPr>
        </p:nvSpPr>
        <p:spPr>
          <a:xfrm>
            <a:off x="381000" y="1013618"/>
            <a:ext cx="8229600" cy="4830763"/>
          </a:xfrm>
          <a:ln>
            <a:solidFill>
              <a:schemeClr val="bg1"/>
            </a:solidFill>
          </a:ln>
        </p:spPr>
        <p:txBody>
          <a:bodyPr>
            <a:normAutofit/>
          </a:bodyPr>
          <a:lstStyle/>
          <a:p>
            <a:pPr algn="just">
              <a:lnSpc>
                <a:spcPct val="150000"/>
              </a:lnSpc>
              <a:buNone/>
            </a:pPr>
            <a:endParaRPr lang="en-US" sz="1800" dirty="0">
              <a:latin typeface="Times New Roman" pitchFamily="18" charset="0"/>
              <a:cs typeface="Times New Roman" pitchFamily="18" charset="0"/>
            </a:endParaRPr>
          </a:p>
          <a:p>
            <a:pPr algn="just">
              <a:lnSpc>
                <a:spcPct val="150000"/>
              </a:lnSpc>
              <a:buNone/>
            </a:pPr>
            <a:endParaRPr lang="en-US" sz="1800" dirty="0">
              <a:latin typeface="Times New Roman" pitchFamily="18" charset="0"/>
              <a:cs typeface="Times New Roman" pitchFamily="18" charset="0"/>
            </a:endParaRPr>
          </a:p>
          <a:p>
            <a:pPr algn="ctr">
              <a:lnSpc>
                <a:spcPct val="150000"/>
              </a:lnSpc>
              <a:buNone/>
            </a:pPr>
            <a:r>
              <a:rPr lang="en-US" sz="8000" dirty="0">
                <a:solidFill>
                  <a:srgbClr val="CC3399"/>
                </a:solidFill>
                <a:latin typeface="Stencil" panose="040409050D0802020404" pitchFamily="82" charset="0"/>
                <a:cs typeface="Times New Roman" pitchFamily="18" charset="0"/>
              </a:rPr>
              <a:t>THANK YOU</a:t>
            </a:r>
            <a:endParaRPr lang="en-US" sz="3600" dirty="0">
              <a:solidFill>
                <a:srgbClr val="CC3399"/>
              </a:solidFill>
              <a:latin typeface="Stencil" panose="040409050D0802020404" pitchFamily="82" charset="0"/>
              <a:cs typeface="Times New Roman" pitchFamily="18" charset="0"/>
            </a:endParaRPr>
          </a:p>
        </p:txBody>
      </p:sp>
      <p:sp>
        <p:nvSpPr>
          <p:cNvPr id="1048651" name="Slide Number Placeholder 4"/>
          <p:cNvSpPr>
            <a:spLocks noGrp="1"/>
          </p:cNvSpPr>
          <p:nvPr>
            <p:ph type="sldNum" sz="quarter" idx="12"/>
          </p:nvPr>
        </p:nvSpPr>
        <p:spPr/>
        <p:txBody>
          <a:bodyPr/>
          <a:lstStyle/>
          <a:p>
            <a:fld id="{8AFE8D7A-B467-486C-B22A-FED08308D75D}" type="slidenum">
              <a:rPr lang="en-US" smtClean="0"/>
              <a:t>15</a:t>
            </a:fld>
            <a:endParaRPr lang="en-US"/>
          </a:p>
        </p:txBody>
      </p:sp>
      <p:sp>
        <p:nvSpPr>
          <p:cNvPr id="1048652" name="Footer Placeholder 6"/>
          <p:cNvSpPr>
            <a:spLocks noGrp="1"/>
          </p:cNvSpPr>
          <p:nvPr>
            <p:ph type="ftr" sz="quarter" idx="11"/>
          </p:nvPr>
        </p:nvSpPr>
        <p:spPr/>
        <p:txBody>
          <a:bodyPr/>
          <a:lstStyle/>
          <a:p>
            <a:r>
              <a:rPr lang="en-US" dirty="0"/>
              <a:t>PSVPEC/ECE/Mini project /Batch no. 4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TotalTime>
  <Words>1264</Words>
  <Application>Microsoft Office PowerPoint</Application>
  <PresentationFormat>On-screen Show (4:3)</PresentationFormat>
  <Paragraphs>148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Narrow</vt:lpstr>
      <vt:lpstr>Calibri</vt:lpstr>
      <vt:lpstr>Stencil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sridevi r</cp:lastModifiedBy>
  <cp:revision>4</cp:revision>
  <dcterms:created xsi:type="dcterms:W3CDTF">2022-01-24T18:22:55Z</dcterms:created>
  <dcterms:modified xsi:type="dcterms:W3CDTF">2026-05-31T20:22:24Z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46c41e98b9f74eaab1895ea8937aa44e</vt:lpwstr>
  </property>
</Properties>
</file>
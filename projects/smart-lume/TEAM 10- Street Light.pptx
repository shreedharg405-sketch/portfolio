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4" r:id="rId1"/>
  </p:sldMasterIdLst>
  <p:notesMasterIdLst>
    <p:notesMasterId r:id="rId18"/>
  </p:notesMasterIdLst>
  <p:sldIdLst>
    <p:sldId id="268" r:id="rId2"/>
    <p:sldId id="358" r:id="rId3"/>
    <p:sldId id="360" r:id="rId4"/>
    <p:sldId id="260" r:id="rId5"/>
    <p:sldId id="375" r:id="rId6"/>
    <p:sldId id="361" r:id="rId7"/>
    <p:sldId id="364" r:id="rId8"/>
    <p:sldId id="365" r:id="rId9"/>
    <p:sldId id="378" r:id="rId10"/>
    <p:sldId id="376" r:id="rId11"/>
    <p:sldId id="370" r:id="rId12"/>
    <p:sldId id="377" r:id="rId13"/>
    <p:sldId id="371" r:id="rId14"/>
    <p:sldId id="374" r:id="rId15"/>
    <p:sldId id="372" r:id="rId16"/>
    <p:sldId id="3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ma" initials="H" lastIdx="8" clrIdx="0">
    <p:extLst>
      <p:ext uri="{19B8F6BF-5375-455C-9EA6-DF929625EA0E}">
        <p15:presenceInfo xmlns:p15="http://schemas.microsoft.com/office/powerpoint/2012/main" userId="93230867433b033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295"/>
    <a:srgbClr val="7AA3C1"/>
    <a:srgbClr val="296A9A"/>
    <a:srgbClr val="FF6600"/>
    <a:srgbClr val="FEECD2"/>
    <a:srgbClr val="FEF1DE"/>
    <a:srgbClr val="EBF6FF"/>
    <a:srgbClr val="D5EDFF"/>
    <a:srgbClr val="FF6161"/>
    <a:srgbClr val="FF4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C58DF-1A92-4FD8-8386-C8F6908504B5}" v="9" dt="2025-04-13T05:24:04.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026" autoAdjust="0"/>
  </p:normalViewPr>
  <p:slideViewPr>
    <p:cSldViewPr snapToGrid="0">
      <p:cViewPr varScale="1">
        <p:scale>
          <a:sx n="76" d="100"/>
          <a:sy n="76" d="100"/>
        </p:scale>
        <p:origin x="946" y="48"/>
      </p:cViewPr>
      <p:guideLst>
        <p:guide orient="horz" pos="2160"/>
        <p:guide pos="3840"/>
      </p:guideLst>
    </p:cSldViewPr>
  </p:slideViewPr>
  <p:notesTextViewPr>
    <p:cViewPr>
      <p:scale>
        <a:sx n="1" d="1"/>
        <a:sy n="1" d="1"/>
      </p:scale>
      <p:origin x="0" y="0"/>
    </p:cViewPr>
  </p:notesTextViewPr>
  <p:sorterViewPr>
    <p:cViewPr>
      <p:scale>
        <a:sx n="132" d="100"/>
        <a:sy n="132" d="100"/>
      </p:scale>
      <p:origin x="0" y="-76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S" userId="ef58bdb179b4f8e5" providerId="LiveId" clId="{E86C58DF-1A92-4FD8-8386-C8F6908504B5}"/>
    <pc:docChg chg="undo custSel addSld modSld">
      <pc:chgData name="G S" userId="ef58bdb179b4f8e5" providerId="LiveId" clId="{E86C58DF-1A92-4FD8-8386-C8F6908504B5}" dt="2025-04-13T05:37:45.681" v="396" actId="20577"/>
      <pc:docMkLst>
        <pc:docMk/>
      </pc:docMkLst>
      <pc:sldChg chg="modSp mod">
        <pc:chgData name="G S" userId="ef58bdb179b4f8e5" providerId="LiveId" clId="{E86C58DF-1A92-4FD8-8386-C8F6908504B5}" dt="2025-03-19T12:00:46.658" v="178" actId="113"/>
        <pc:sldMkLst>
          <pc:docMk/>
          <pc:sldMk cId="0" sldId="260"/>
        </pc:sldMkLst>
        <pc:spChg chg="mod">
          <ac:chgData name="G S" userId="ef58bdb179b4f8e5" providerId="LiveId" clId="{E86C58DF-1A92-4FD8-8386-C8F6908504B5}" dt="2025-03-19T12:00:46.658" v="178" actId="113"/>
          <ac:spMkLst>
            <pc:docMk/>
            <pc:sldMk cId="0" sldId="260"/>
            <ac:spMk id="119" creationId="{00000000-0000-0000-0000-000000000000}"/>
          </ac:spMkLst>
        </pc:spChg>
      </pc:sldChg>
      <pc:sldChg chg="modSp mod">
        <pc:chgData name="G S" userId="ef58bdb179b4f8e5" providerId="LiveId" clId="{E86C58DF-1A92-4FD8-8386-C8F6908504B5}" dt="2025-04-13T04:44:46.370" v="357" actId="20577"/>
        <pc:sldMkLst>
          <pc:docMk/>
          <pc:sldMk cId="0" sldId="268"/>
        </pc:sldMkLst>
        <pc:graphicFrameChg chg="modGraphic">
          <ac:chgData name="G S" userId="ef58bdb179b4f8e5" providerId="LiveId" clId="{E86C58DF-1A92-4FD8-8386-C8F6908504B5}" dt="2025-03-19T12:01:22.310" v="180" actId="20577"/>
          <ac:graphicFrameMkLst>
            <pc:docMk/>
            <pc:sldMk cId="0" sldId="268"/>
            <ac:graphicFrameMk id="96" creationId="{00000000-0000-0000-0000-000000000000}"/>
          </ac:graphicFrameMkLst>
        </pc:graphicFrameChg>
        <pc:graphicFrameChg chg="mod modGraphic">
          <ac:chgData name="G S" userId="ef58bdb179b4f8e5" providerId="LiveId" clId="{E86C58DF-1A92-4FD8-8386-C8F6908504B5}" dt="2025-04-13T04:44:46.370" v="357" actId="20577"/>
          <ac:graphicFrameMkLst>
            <pc:docMk/>
            <pc:sldMk cId="0" sldId="268"/>
            <ac:graphicFrameMk id="98" creationId="{00000000-0000-0000-0000-000000000000}"/>
          </ac:graphicFrameMkLst>
        </pc:graphicFrameChg>
      </pc:sldChg>
      <pc:sldChg chg="modSp mod">
        <pc:chgData name="G S" userId="ef58bdb179b4f8e5" providerId="LiveId" clId="{E86C58DF-1A92-4FD8-8386-C8F6908504B5}" dt="2025-03-19T12:00:29.536" v="176" actId="20577"/>
        <pc:sldMkLst>
          <pc:docMk/>
          <pc:sldMk cId="3526744926" sldId="358"/>
        </pc:sldMkLst>
        <pc:spChg chg="mod">
          <ac:chgData name="G S" userId="ef58bdb179b4f8e5" providerId="LiveId" clId="{E86C58DF-1A92-4FD8-8386-C8F6908504B5}" dt="2025-03-19T12:00:29.536" v="176" actId="20577"/>
          <ac:spMkLst>
            <pc:docMk/>
            <pc:sldMk cId="3526744926" sldId="358"/>
            <ac:spMk id="26" creationId="{4AADE2A0-24BE-4988-B0CD-6BE4D3B50308}"/>
          </ac:spMkLst>
        </pc:spChg>
      </pc:sldChg>
      <pc:sldChg chg="addSp delSp modSp mod">
        <pc:chgData name="G S" userId="ef58bdb179b4f8e5" providerId="LiveId" clId="{E86C58DF-1A92-4FD8-8386-C8F6908504B5}" dt="2025-03-18T15:30:34.983" v="167" actId="1076"/>
        <pc:sldMkLst>
          <pc:docMk/>
          <pc:sldMk cId="3798292958" sldId="365"/>
        </pc:sldMkLst>
        <pc:spChg chg="mod">
          <ac:chgData name="G S" userId="ef58bdb179b4f8e5" providerId="LiveId" clId="{E86C58DF-1A92-4FD8-8386-C8F6908504B5}" dt="2025-03-18T15:27:32.312" v="93" actId="1076"/>
          <ac:spMkLst>
            <pc:docMk/>
            <pc:sldMk cId="3798292958" sldId="365"/>
            <ac:spMk id="2" creationId="{00000000-0000-0000-0000-000000000000}"/>
          </ac:spMkLst>
        </pc:spChg>
        <pc:spChg chg="mod">
          <ac:chgData name="G S" userId="ef58bdb179b4f8e5" providerId="LiveId" clId="{E86C58DF-1A92-4FD8-8386-C8F6908504B5}" dt="2025-03-18T15:29:23.753" v="129" actId="1076"/>
          <ac:spMkLst>
            <pc:docMk/>
            <pc:sldMk cId="3798292958" sldId="365"/>
            <ac:spMk id="4" creationId="{00000000-0000-0000-0000-000000000000}"/>
          </ac:spMkLst>
        </pc:spChg>
        <pc:spChg chg="mod">
          <ac:chgData name="G S" userId="ef58bdb179b4f8e5" providerId="LiveId" clId="{E86C58DF-1A92-4FD8-8386-C8F6908504B5}" dt="2025-03-18T15:29:26.325" v="130" actId="1076"/>
          <ac:spMkLst>
            <pc:docMk/>
            <pc:sldMk cId="3798292958" sldId="365"/>
            <ac:spMk id="5" creationId="{00000000-0000-0000-0000-000000000000}"/>
          </ac:spMkLst>
        </pc:spChg>
        <pc:spChg chg="mod">
          <ac:chgData name="G S" userId="ef58bdb179b4f8e5" providerId="LiveId" clId="{E86C58DF-1A92-4FD8-8386-C8F6908504B5}" dt="2025-03-18T15:30:11.373" v="164" actId="113"/>
          <ac:spMkLst>
            <pc:docMk/>
            <pc:sldMk cId="3798292958" sldId="365"/>
            <ac:spMk id="6" creationId="{E6C442C3-BFF8-8C10-126F-F85C5EBBCD98}"/>
          </ac:spMkLst>
        </pc:spChg>
        <pc:spChg chg="mod">
          <ac:chgData name="G S" userId="ef58bdb179b4f8e5" providerId="LiveId" clId="{E86C58DF-1A92-4FD8-8386-C8F6908504B5}" dt="2025-03-18T15:30:17.117" v="165" actId="1076"/>
          <ac:spMkLst>
            <pc:docMk/>
            <pc:sldMk cId="3798292958" sldId="365"/>
            <ac:spMk id="11" creationId="{D8B361A7-9D1B-89C4-0E3A-A946F1F71CC6}"/>
          </ac:spMkLst>
        </pc:spChg>
        <pc:spChg chg="mod">
          <ac:chgData name="G S" userId="ef58bdb179b4f8e5" providerId="LiveId" clId="{E86C58DF-1A92-4FD8-8386-C8F6908504B5}" dt="2025-03-18T15:29:36.053" v="160" actId="1037"/>
          <ac:spMkLst>
            <pc:docMk/>
            <pc:sldMk cId="3798292958" sldId="365"/>
            <ac:spMk id="12" creationId="{8073C21D-660D-D5E3-1F4E-06702BAA7BA9}"/>
          </ac:spMkLst>
        </pc:spChg>
        <pc:spChg chg="mod">
          <ac:chgData name="G S" userId="ef58bdb179b4f8e5" providerId="LiveId" clId="{E86C58DF-1A92-4FD8-8386-C8F6908504B5}" dt="2025-03-18T15:29:36.053" v="160" actId="1037"/>
          <ac:spMkLst>
            <pc:docMk/>
            <pc:sldMk cId="3798292958" sldId="365"/>
            <ac:spMk id="13" creationId="{B00C591B-DF2D-CC59-321A-95F44324DBFA}"/>
          </ac:spMkLst>
        </pc:spChg>
        <pc:spChg chg="add mod">
          <ac:chgData name="G S" userId="ef58bdb179b4f8e5" providerId="LiveId" clId="{E86C58DF-1A92-4FD8-8386-C8F6908504B5}" dt="2025-03-18T15:29:36.053" v="160" actId="1037"/>
          <ac:spMkLst>
            <pc:docMk/>
            <pc:sldMk cId="3798292958" sldId="365"/>
            <ac:spMk id="14" creationId="{259C5185-5731-559B-1D88-25E8F8928E45}"/>
          </ac:spMkLst>
        </pc:spChg>
        <pc:spChg chg="add mod">
          <ac:chgData name="G S" userId="ef58bdb179b4f8e5" providerId="LiveId" clId="{E86C58DF-1A92-4FD8-8386-C8F6908504B5}" dt="2025-03-18T15:30:23.788" v="166" actId="1076"/>
          <ac:spMkLst>
            <pc:docMk/>
            <pc:sldMk cId="3798292958" sldId="365"/>
            <ac:spMk id="16" creationId="{37F34FD6-B5A9-8626-4E24-4DB7617D035B}"/>
          </ac:spMkLst>
        </pc:spChg>
        <pc:spChg chg="add mod">
          <ac:chgData name="G S" userId="ef58bdb179b4f8e5" providerId="LiveId" clId="{E86C58DF-1A92-4FD8-8386-C8F6908504B5}" dt="2025-03-18T15:30:34.983" v="167" actId="1076"/>
          <ac:spMkLst>
            <pc:docMk/>
            <pc:sldMk cId="3798292958" sldId="365"/>
            <ac:spMk id="17" creationId="{AA50A2F5-B103-69AF-74C2-85DB4CCE796C}"/>
          </ac:spMkLst>
        </pc:spChg>
        <pc:spChg chg="add mod">
          <ac:chgData name="G S" userId="ef58bdb179b4f8e5" providerId="LiveId" clId="{E86C58DF-1A92-4FD8-8386-C8F6908504B5}" dt="2025-03-18T15:29:58.716" v="162" actId="1076"/>
          <ac:spMkLst>
            <pc:docMk/>
            <pc:sldMk cId="3798292958" sldId="365"/>
            <ac:spMk id="18" creationId="{6076DF3B-7407-EFC2-77B5-C1AB52BE8B79}"/>
          </ac:spMkLst>
        </pc:spChg>
        <pc:cxnChg chg="mod">
          <ac:chgData name="G S" userId="ef58bdb179b4f8e5" providerId="LiveId" clId="{E86C58DF-1A92-4FD8-8386-C8F6908504B5}" dt="2025-03-18T15:30:17.117" v="165" actId="1076"/>
          <ac:cxnSpMkLst>
            <pc:docMk/>
            <pc:sldMk cId="3798292958" sldId="365"/>
            <ac:cxnSpMk id="9" creationId="{00DF5BFD-8FC9-9320-504E-59F94CEA09AA}"/>
          </ac:cxnSpMkLst>
        </pc:cxnChg>
        <pc:cxnChg chg="add mod">
          <ac:chgData name="G S" userId="ef58bdb179b4f8e5" providerId="LiveId" clId="{E86C58DF-1A92-4FD8-8386-C8F6908504B5}" dt="2025-03-18T15:30:17.117" v="165" actId="1076"/>
          <ac:cxnSpMkLst>
            <pc:docMk/>
            <pc:sldMk cId="3798292958" sldId="365"/>
            <ac:cxnSpMk id="20" creationId="{4F571E42-1C7B-6045-6D4D-5A755A73D0E9}"/>
          </ac:cxnSpMkLst>
        </pc:cxnChg>
        <pc:cxnChg chg="add mod">
          <ac:chgData name="G S" userId="ef58bdb179b4f8e5" providerId="LiveId" clId="{E86C58DF-1A92-4FD8-8386-C8F6908504B5}" dt="2025-03-18T15:29:36.053" v="160" actId="1037"/>
          <ac:cxnSpMkLst>
            <pc:docMk/>
            <pc:sldMk cId="3798292958" sldId="365"/>
            <ac:cxnSpMk id="23" creationId="{83CF9ED0-F1E1-0E43-7F73-9575E43850AA}"/>
          </ac:cxnSpMkLst>
        </pc:cxnChg>
        <pc:cxnChg chg="add mod">
          <ac:chgData name="G S" userId="ef58bdb179b4f8e5" providerId="LiveId" clId="{E86C58DF-1A92-4FD8-8386-C8F6908504B5}" dt="2025-03-18T15:29:36.053" v="160" actId="1037"/>
          <ac:cxnSpMkLst>
            <pc:docMk/>
            <pc:sldMk cId="3798292958" sldId="365"/>
            <ac:cxnSpMk id="26" creationId="{20F90EEC-F453-5AE1-E393-CB9F8350E859}"/>
          </ac:cxnSpMkLst>
        </pc:cxnChg>
        <pc:cxnChg chg="add mod">
          <ac:chgData name="G S" userId="ef58bdb179b4f8e5" providerId="LiveId" clId="{E86C58DF-1A92-4FD8-8386-C8F6908504B5}" dt="2025-03-18T15:30:23.788" v="166" actId="1076"/>
          <ac:cxnSpMkLst>
            <pc:docMk/>
            <pc:sldMk cId="3798292958" sldId="365"/>
            <ac:cxnSpMk id="29" creationId="{D39D7777-D2D7-66D7-D94D-87A86E169492}"/>
          </ac:cxnSpMkLst>
        </pc:cxnChg>
        <pc:cxnChg chg="add mod">
          <ac:chgData name="G S" userId="ef58bdb179b4f8e5" providerId="LiveId" clId="{E86C58DF-1A92-4FD8-8386-C8F6908504B5}" dt="2025-03-18T15:30:23.788" v="166" actId="1076"/>
          <ac:cxnSpMkLst>
            <pc:docMk/>
            <pc:sldMk cId="3798292958" sldId="365"/>
            <ac:cxnSpMk id="32" creationId="{2208C4BA-B814-A55E-4CE6-0ABFEC412440}"/>
          </ac:cxnSpMkLst>
        </pc:cxnChg>
        <pc:cxnChg chg="add mod">
          <ac:chgData name="G S" userId="ef58bdb179b4f8e5" providerId="LiveId" clId="{E86C58DF-1A92-4FD8-8386-C8F6908504B5}" dt="2025-03-18T15:30:34.983" v="167" actId="1076"/>
          <ac:cxnSpMkLst>
            <pc:docMk/>
            <pc:sldMk cId="3798292958" sldId="365"/>
            <ac:cxnSpMk id="35" creationId="{5A1F89FD-2DE1-03F0-8377-C56C24B27D83}"/>
          </ac:cxnSpMkLst>
        </pc:cxnChg>
      </pc:sldChg>
      <pc:sldChg chg="modSp mod">
        <pc:chgData name="G S" userId="ef58bdb179b4f8e5" providerId="LiveId" clId="{E86C58DF-1A92-4FD8-8386-C8F6908504B5}" dt="2025-04-13T05:33:30.332" v="388" actId="20577"/>
        <pc:sldMkLst>
          <pc:docMk/>
          <pc:sldMk cId="2555289992" sldId="370"/>
        </pc:sldMkLst>
        <pc:graphicFrameChg chg="mod modGraphic">
          <ac:chgData name="G S" userId="ef58bdb179b4f8e5" providerId="LiveId" clId="{E86C58DF-1A92-4FD8-8386-C8F6908504B5}" dt="2025-04-13T05:33:30.332" v="388" actId="20577"/>
          <ac:graphicFrameMkLst>
            <pc:docMk/>
            <pc:sldMk cId="2555289992" sldId="370"/>
            <ac:graphicFrameMk id="3" creationId="{C8FEDFA2-43CD-8FCC-61E3-A0D3AE93B5CC}"/>
          </ac:graphicFrameMkLst>
        </pc:graphicFrameChg>
      </pc:sldChg>
      <pc:sldChg chg="modSp mod">
        <pc:chgData name="G S" userId="ef58bdb179b4f8e5" providerId="LiveId" clId="{E86C58DF-1A92-4FD8-8386-C8F6908504B5}" dt="2025-04-13T05:37:45.681" v="396" actId="20577"/>
        <pc:sldMkLst>
          <pc:docMk/>
          <pc:sldMk cId="474955264" sldId="377"/>
        </pc:sldMkLst>
        <pc:graphicFrameChg chg="mod modGraphic">
          <ac:chgData name="G S" userId="ef58bdb179b4f8e5" providerId="LiveId" clId="{E86C58DF-1A92-4FD8-8386-C8F6908504B5}" dt="2025-04-13T05:37:45.681" v="396" actId="20577"/>
          <ac:graphicFrameMkLst>
            <pc:docMk/>
            <pc:sldMk cId="474955264" sldId="377"/>
            <ac:graphicFrameMk id="3" creationId="{F696CD57-1528-6C03-9DFE-E9D0C7725B57}"/>
          </ac:graphicFrameMkLst>
        </pc:graphicFrameChg>
      </pc:sldChg>
      <pc:sldChg chg="addSp delSp modSp add mod">
        <pc:chgData name="G S" userId="ef58bdb179b4f8e5" providerId="LiveId" clId="{E86C58DF-1A92-4FD8-8386-C8F6908504B5}" dt="2025-04-02T11:27:39.087" v="275" actId="20577"/>
        <pc:sldMkLst>
          <pc:docMk/>
          <pc:sldMk cId="1687517689" sldId="378"/>
        </pc:sldMkLst>
        <pc:spChg chg="mod">
          <ac:chgData name="G S" userId="ef58bdb179b4f8e5" providerId="LiveId" clId="{E86C58DF-1A92-4FD8-8386-C8F6908504B5}" dt="2025-04-02T11:27:39.087" v="275" actId="20577"/>
          <ac:spMkLst>
            <pc:docMk/>
            <pc:sldMk cId="1687517689" sldId="378"/>
            <ac:spMk id="2" creationId="{65CA2853-45D5-97C1-86C3-BFB8E6A03ED9}"/>
          </ac:spMkLst>
        </pc:spChg>
        <pc:picChg chg="add mod">
          <ac:chgData name="G S" userId="ef58bdb179b4f8e5" providerId="LiveId" clId="{E86C58DF-1A92-4FD8-8386-C8F6908504B5}" dt="2025-04-02T11:18:05.390" v="203" actId="1076"/>
          <ac:picMkLst>
            <pc:docMk/>
            <pc:sldMk cId="1687517689" sldId="378"/>
            <ac:picMk id="8" creationId="{652795F9-EA25-FE1C-DBEE-AEE7E5EB14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F9DBC3-6A27-4604-BEEE-E257C33D3D9F}" type="datetimeFigureOut">
              <a:rPr lang="en-IN" smtClean="0"/>
              <a:t>13-04-2025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A1605-E42E-4BEC-A25F-63B420B02C4D}" type="slidenum">
              <a:rPr lang="en-IN" smtClean="0"/>
              <a:t>‹#›</a:t>
            </a:fld>
            <a:endParaRPr lang="en-IN"/>
          </a:p>
        </p:txBody>
      </p:sp>
    </p:spTree>
    <p:extLst>
      <p:ext uri="{BB962C8B-B14F-4D97-AF65-F5344CB8AC3E}">
        <p14:creationId xmlns:p14="http://schemas.microsoft.com/office/powerpoint/2010/main" val="4088986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noRot="1" noChangeAspect="1"/>
          </p:cNvSpPr>
          <p:nvPr>
            <p:ph type="sldImg"/>
          </p:nvPr>
        </p:nvSpPr>
        <p:spPr>
          <a:xfrm>
            <a:off x="688975" y="1143000"/>
            <a:ext cx="5473700" cy="3079750"/>
          </a:xfrm>
          <a:prstGeom prst="rect">
            <a:avLst/>
          </a:prstGeom>
          <a:ln w="0">
            <a:noFill/>
          </a:ln>
        </p:spPr>
      </p:sp>
      <p:sp>
        <p:nvSpPr>
          <p:cNvPr id="155" name="PlaceHolder 2"/>
          <p:cNvSpPr>
            <a:spLocks noGrp="1"/>
          </p:cNvSpPr>
          <p:nvPr>
            <p:ph type="body"/>
          </p:nvPr>
        </p:nvSpPr>
        <p:spPr>
          <a:xfrm>
            <a:off x="685800" y="4400640"/>
            <a:ext cx="5480640" cy="3594600"/>
          </a:xfrm>
          <a:prstGeom prst="rect">
            <a:avLst/>
          </a:prstGeom>
          <a:noFill/>
          <a:ln w="0">
            <a:noFill/>
          </a:ln>
        </p:spPr>
        <p:txBody>
          <a:bodyPr lIns="0" tIns="0" rIns="0" bIns="0" anchor="t">
            <a:noAutofit/>
          </a:bodyPr>
          <a:lstStyle/>
          <a:p>
            <a:endParaRPr lang="en-IN" sz="2000" b="0" strike="noStrike" spc="-1">
              <a:latin typeface="Arial"/>
            </a:endParaRPr>
          </a:p>
        </p:txBody>
      </p:sp>
      <p:sp>
        <p:nvSpPr>
          <p:cNvPr id="156" name="PlaceHolder 3"/>
          <p:cNvSpPr>
            <a:spLocks noGrp="1"/>
          </p:cNvSpPr>
          <p:nvPr>
            <p:ph type="sldNum" idx="39"/>
          </p:nvPr>
        </p:nvSpPr>
        <p:spPr>
          <a:xfrm>
            <a:off x="3884760" y="8685360"/>
            <a:ext cx="2966040" cy="452880"/>
          </a:xfrm>
          <a:prstGeom prst="rect">
            <a:avLst/>
          </a:prstGeom>
          <a:noFill/>
          <a:ln w="0">
            <a:noFill/>
          </a:ln>
        </p:spPr>
        <p:txBody>
          <a:bodyPr lIns="0" tIns="0" rIns="0" bIns="0" anchor="b">
            <a:noAutofit/>
          </a:bodyPr>
          <a:lstStyle>
            <a:lvl1pPr algn="r">
              <a:lnSpc>
                <a:spcPct val="100000"/>
              </a:lnSpc>
              <a:buNone/>
              <a:defRPr lang="en-IN" sz="1200" b="0" strike="noStrike" spc="-1">
                <a:solidFill>
                  <a:srgbClr val="000000"/>
                </a:solidFill>
                <a:latin typeface="+mn-lt"/>
                <a:ea typeface="+mn-ea"/>
              </a:defRPr>
            </a:lvl1pPr>
          </a:lstStyle>
          <a:p>
            <a:pPr algn="r">
              <a:lnSpc>
                <a:spcPct val="100000"/>
              </a:lnSpc>
              <a:buNone/>
            </a:pPr>
            <a:fld id="{DFF5585C-89D8-43A7-95D6-D320717158B0}" type="slidenum">
              <a:rPr lang="en-IN" sz="1200" b="0" strike="noStrike" spc="-1">
                <a:solidFill>
                  <a:srgbClr val="000000"/>
                </a:solidFill>
                <a:latin typeface="+mn-lt"/>
                <a:ea typeface="+mn-ea"/>
              </a:rPr>
              <a:t>1</a:t>
            </a:fld>
            <a:endParaRPr lang="en-IN"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A1605-E42E-4BEC-A25F-63B420B02C4D}" type="slidenum">
              <a:rPr lang="en-IN" smtClean="0"/>
              <a:t>2</a:t>
            </a:fld>
            <a:endParaRPr lang="en-IN"/>
          </a:p>
        </p:txBody>
      </p:sp>
    </p:spTree>
    <p:extLst>
      <p:ext uri="{BB962C8B-B14F-4D97-AF65-F5344CB8AC3E}">
        <p14:creationId xmlns:p14="http://schemas.microsoft.com/office/powerpoint/2010/main" val="4212607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3</a:t>
            </a:fld>
            <a:endParaRPr lang="en-IN"/>
          </a:p>
        </p:txBody>
      </p:sp>
    </p:spTree>
    <p:extLst>
      <p:ext uri="{BB962C8B-B14F-4D97-AF65-F5344CB8AC3E}">
        <p14:creationId xmlns:p14="http://schemas.microsoft.com/office/powerpoint/2010/main" val="722127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noRot="1" noChangeAspect="1"/>
          </p:cNvSpPr>
          <p:nvPr>
            <p:ph type="sldImg"/>
          </p:nvPr>
        </p:nvSpPr>
        <p:spPr>
          <a:xfrm>
            <a:off x="688975" y="1143000"/>
            <a:ext cx="5473700" cy="3079750"/>
          </a:xfrm>
          <a:prstGeom prst="rect">
            <a:avLst/>
          </a:prstGeom>
          <a:ln w="0">
            <a:noFill/>
          </a:ln>
        </p:spPr>
      </p:sp>
      <p:sp>
        <p:nvSpPr>
          <p:cNvPr id="167" name="PlaceHolder 2"/>
          <p:cNvSpPr>
            <a:spLocks noGrp="1"/>
          </p:cNvSpPr>
          <p:nvPr>
            <p:ph type="body"/>
          </p:nvPr>
        </p:nvSpPr>
        <p:spPr>
          <a:xfrm>
            <a:off x="685800" y="4400640"/>
            <a:ext cx="5480280" cy="359424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1200" b="0" strike="noStrike" spc="-1" dirty="0">
              <a:latin typeface="Arial"/>
            </a:endParaRPr>
          </a:p>
        </p:txBody>
      </p:sp>
      <p:sp>
        <p:nvSpPr>
          <p:cNvPr id="168" name="PlaceHolder 3"/>
          <p:cNvSpPr>
            <a:spLocks noGrp="1"/>
          </p:cNvSpPr>
          <p:nvPr>
            <p:ph type="sldNum" idx="43"/>
          </p:nvPr>
        </p:nvSpPr>
        <p:spPr>
          <a:xfrm>
            <a:off x="3884760" y="8685360"/>
            <a:ext cx="2965680" cy="452520"/>
          </a:xfrm>
          <a:prstGeom prst="rect">
            <a:avLst/>
          </a:prstGeom>
          <a:noFill/>
          <a:ln w="0">
            <a:noFill/>
          </a:ln>
        </p:spPr>
        <p:txBody>
          <a:bodyPr lIns="0" tIns="0" rIns="0" bIns="0" anchor="b">
            <a:noAutofit/>
          </a:bodyPr>
          <a:lstStyle>
            <a:lvl1pPr algn="r">
              <a:lnSpc>
                <a:spcPct val="100000"/>
              </a:lnSpc>
              <a:buNone/>
              <a:defRPr lang="en-IN" sz="1200" b="0" strike="noStrike" spc="-1">
                <a:solidFill>
                  <a:srgbClr val="000000"/>
                </a:solidFill>
                <a:latin typeface="Times New Roman"/>
                <a:ea typeface="+mn-ea"/>
              </a:defRPr>
            </a:lvl1pPr>
          </a:lstStyle>
          <a:p>
            <a:pPr algn="r">
              <a:lnSpc>
                <a:spcPct val="100000"/>
              </a:lnSpc>
              <a:buNone/>
            </a:pPr>
            <a:fld id="{8F0EB4E6-9C6A-470C-9E7A-0A4AF6FE7D87}" type="slidenum">
              <a:rPr lang="en-IN" sz="1200" b="0" strike="noStrike" spc="-1">
                <a:solidFill>
                  <a:srgbClr val="000000"/>
                </a:solidFill>
                <a:latin typeface="Times New Roman"/>
                <a:ea typeface="+mn-ea"/>
              </a:rPr>
              <a:t>4</a:t>
            </a:fld>
            <a:endParaRPr lang="en-IN"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noRot="1" noChangeAspect="1"/>
          </p:cNvSpPr>
          <p:nvPr>
            <p:ph type="sldImg"/>
          </p:nvPr>
        </p:nvSpPr>
        <p:spPr>
          <a:xfrm>
            <a:off x="688975" y="1143000"/>
            <a:ext cx="5473700" cy="3079750"/>
          </a:xfrm>
          <a:prstGeom prst="rect">
            <a:avLst/>
          </a:prstGeom>
          <a:ln w="0">
            <a:noFill/>
          </a:ln>
        </p:spPr>
      </p:sp>
      <p:sp>
        <p:nvSpPr>
          <p:cNvPr id="167" name="PlaceHolder 2"/>
          <p:cNvSpPr>
            <a:spLocks noGrp="1"/>
          </p:cNvSpPr>
          <p:nvPr>
            <p:ph type="body"/>
          </p:nvPr>
        </p:nvSpPr>
        <p:spPr>
          <a:xfrm>
            <a:off x="685800" y="4400640"/>
            <a:ext cx="5480280" cy="3594240"/>
          </a:xfrm>
          <a:prstGeom prst="rect">
            <a:avLst/>
          </a:prstGeom>
          <a:noFill/>
          <a:ln w="0">
            <a:noFill/>
          </a:ln>
        </p:spPr>
        <p:txBody>
          <a:bodyPr lIns="0" tIns="0" rIns="0" bIns="0" anchor="t">
            <a:noAutofit/>
          </a:bodyPr>
          <a:lstStyle/>
          <a:p>
            <a:pPr marL="216000" indent="-216000">
              <a:lnSpc>
                <a:spcPct val="100000"/>
              </a:lnSpc>
              <a:buNone/>
              <a:tabLst>
                <a:tab pos="0" algn="l"/>
              </a:tabLst>
            </a:pPr>
            <a:endParaRPr lang="en-IN" sz="1200" b="0" strike="noStrike" spc="-1" dirty="0">
              <a:latin typeface="Arial"/>
            </a:endParaRPr>
          </a:p>
        </p:txBody>
      </p:sp>
      <p:sp>
        <p:nvSpPr>
          <p:cNvPr id="168" name="PlaceHolder 3"/>
          <p:cNvSpPr>
            <a:spLocks noGrp="1"/>
          </p:cNvSpPr>
          <p:nvPr>
            <p:ph type="sldNum" idx="43"/>
          </p:nvPr>
        </p:nvSpPr>
        <p:spPr>
          <a:xfrm>
            <a:off x="3884760" y="8685360"/>
            <a:ext cx="2965680" cy="452520"/>
          </a:xfrm>
          <a:prstGeom prst="rect">
            <a:avLst/>
          </a:prstGeom>
          <a:noFill/>
          <a:ln w="0">
            <a:noFill/>
          </a:ln>
        </p:spPr>
        <p:txBody>
          <a:bodyPr lIns="0" tIns="0" rIns="0" bIns="0" anchor="b">
            <a:noAutofit/>
          </a:bodyPr>
          <a:lstStyle>
            <a:lvl1pPr algn="r">
              <a:lnSpc>
                <a:spcPct val="100000"/>
              </a:lnSpc>
              <a:buNone/>
              <a:defRPr lang="en-IN" sz="1200" b="0" strike="noStrike" spc="-1">
                <a:solidFill>
                  <a:srgbClr val="000000"/>
                </a:solidFill>
                <a:latin typeface="Times New Roman"/>
                <a:ea typeface="+mn-ea"/>
              </a:defRPr>
            </a:lvl1pPr>
          </a:lstStyle>
          <a:p>
            <a:pPr algn="r">
              <a:lnSpc>
                <a:spcPct val="100000"/>
              </a:lnSpc>
              <a:buNone/>
            </a:pPr>
            <a:fld id="{8F0EB4E6-9C6A-470C-9E7A-0A4AF6FE7D87}" type="slidenum">
              <a:rPr lang="en-IN" sz="1200" b="0" strike="noStrike" spc="-1">
                <a:solidFill>
                  <a:srgbClr val="000000"/>
                </a:solidFill>
                <a:latin typeface="Times New Roman"/>
                <a:ea typeface="+mn-ea"/>
              </a:rPr>
              <a:t>5</a:t>
            </a:fld>
            <a:endParaRPr lang="en-IN" sz="1200" b="0" strike="noStrike" spc="-1">
              <a:latin typeface="Times New Roman"/>
            </a:endParaRPr>
          </a:p>
        </p:txBody>
      </p:sp>
    </p:spTree>
    <p:extLst>
      <p:ext uri="{BB962C8B-B14F-4D97-AF65-F5344CB8AC3E}">
        <p14:creationId xmlns:p14="http://schemas.microsoft.com/office/powerpoint/2010/main" val="3274439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i="0" dirty="0"/>
          </a:p>
        </p:txBody>
      </p:sp>
      <p:sp>
        <p:nvSpPr>
          <p:cNvPr id="4" name="Slide Number Placeholder 3"/>
          <p:cNvSpPr>
            <a:spLocks noGrp="1"/>
          </p:cNvSpPr>
          <p:nvPr>
            <p:ph type="sldNum" sz="quarter" idx="5"/>
          </p:nvPr>
        </p:nvSpPr>
        <p:spPr/>
        <p:txBody>
          <a:bodyPr/>
          <a:lstStyle/>
          <a:p>
            <a:fld id="{09DA1605-E42E-4BEC-A25F-63B420B02C4D}" type="slidenum">
              <a:rPr lang="en-IN" smtClean="0"/>
              <a:t>6</a:t>
            </a:fld>
            <a:endParaRPr lang="en-IN"/>
          </a:p>
        </p:txBody>
      </p:sp>
    </p:spTree>
    <p:extLst>
      <p:ext uri="{BB962C8B-B14F-4D97-AF65-F5344CB8AC3E}">
        <p14:creationId xmlns:p14="http://schemas.microsoft.com/office/powerpoint/2010/main" val="3860546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7</a:t>
            </a:fld>
            <a:endParaRPr lang="en-IN"/>
          </a:p>
        </p:txBody>
      </p:sp>
    </p:spTree>
    <p:extLst>
      <p:ext uri="{BB962C8B-B14F-4D97-AF65-F5344CB8AC3E}">
        <p14:creationId xmlns:p14="http://schemas.microsoft.com/office/powerpoint/2010/main" val="1890383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8</a:t>
            </a:fld>
            <a:endParaRPr lang="en-IN"/>
          </a:p>
        </p:txBody>
      </p:sp>
    </p:spTree>
    <p:extLst>
      <p:ext uri="{BB962C8B-B14F-4D97-AF65-F5344CB8AC3E}">
        <p14:creationId xmlns:p14="http://schemas.microsoft.com/office/powerpoint/2010/main" val="3425336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5C43F-9ACA-293E-685A-8FCF308D8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421B2-A54F-A8F8-A4BE-5B196B7E9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EE85B-9E24-4FC5-52B8-350CEB9FDC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8272C9-E5F9-9E00-6F41-4CC32917F4EE}"/>
              </a:ext>
            </a:extLst>
          </p:cNvPr>
          <p:cNvSpPr>
            <a:spLocks noGrp="1"/>
          </p:cNvSpPr>
          <p:nvPr>
            <p:ph type="sldNum" sz="quarter" idx="5"/>
          </p:nvPr>
        </p:nvSpPr>
        <p:spPr/>
        <p:txBody>
          <a:bodyPr/>
          <a:lstStyle/>
          <a:p>
            <a:fld id="{09DA1605-E42E-4BEC-A25F-63B420B02C4D}" type="slidenum">
              <a:rPr lang="en-IN" smtClean="0"/>
              <a:t>9</a:t>
            </a:fld>
            <a:endParaRPr lang="en-IN"/>
          </a:p>
        </p:txBody>
      </p:sp>
    </p:spTree>
    <p:extLst>
      <p:ext uri="{BB962C8B-B14F-4D97-AF65-F5344CB8AC3E}">
        <p14:creationId xmlns:p14="http://schemas.microsoft.com/office/powerpoint/2010/main" val="2869740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D5EC0-E54B-6122-F13F-02E6CF59E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99956-1415-E66A-7254-B41984786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78B5C-D06F-0FDC-1915-39A7C10E8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a:extLst>
              <a:ext uri="{FF2B5EF4-FFF2-40B4-BE49-F238E27FC236}">
                <a16:creationId xmlns:a16="http://schemas.microsoft.com/office/drawing/2014/main" id="{F24300BF-A92D-1161-9E03-38243C30075F}"/>
              </a:ext>
            </a:extLst>
          </p:cNvPr>
          <p:cNvSpPr>
            <a:spLocks noGrp="1"/>
          </p:cNvSpPr>
          <p:nvPr>
            <p:ph type="sldNum" sz="quarter" idx="5"/>
          </p:nvPr>
        </p:nvSpPr>
        <p:spPr/>
        <p:txBody>
          <a:bodyPr/>
          <a:lstStyle/>
          <a:p>
            <a:fld id="{09DA1605-E42E-4BEC-A25F-63B420B02C4D}" type="slidenum">
              <a:rPr lang="en-IN" smtClean="0"/>
              <a:t>10</a:t>
            </a:fld>
            <a:endParaRPr lang="en-IN"/>
          </a:p>
        </p:txBody>
      </p:sp>
    </p:spTree>
    <p:extLst>
      <p:ext uri="{BB962C8B-B14F-4D97-AF65-F5344CB8AC3E}">
        <p14:creationId xmlns:p14="http://schemas.microsoft.com/office/powerpoint/2010/main" val="2056240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09DA1605-E42E-4BEC-A25F-63B420B02C4D}" type="slidenum">
              <a:rPr lang="en-IN" smtClean="0"/>
              <a:t>11</a:t>
            </a:fld>
            <a:endParaRPr lang="en-IN"/>
          </a:p>
        </p:txBody>
      </p:sp>
    </p:spTree>
    <p:extLst>
      <p:ext uri="{BB962C8B-B14F-4D97-AF65-F5344CB8AC3E}">
        <p14:creationId xmlns:p14="http://schemas.microsoft.com/office/powerpoint/2010/main" val="3969047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B1852-EC22-6D4D-FAEE-AF0453557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3F4E1-9D03-C5F1-7DE0-541CE707C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7DFCA-1646-8BC9-A93C-570A7D6DA380}"/>
              </a:ext>
            </a:extLst>
          </p:cNvPr>
          <p:cNvSpPr>
            <a:spLocks noGrp="1"/>
          </p:cNvSpPr>
          <p:nvPr>
            <p:ph type="body" idx="1"/>
          </p:nvPr>
        </p:nvSpPr>
        <p:spPr/>
        <p:txBody>
          <a:bodyPr/>
          <a:lstStyle/>
          <a:p>
            <a:endParaRPr lang="en-IN" sz="1800" dirty="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1BC5B387-275A-35D3-0C79-F74813FE22FA}"/>
              </a:ext>
            </a:extLst>
          </p:cNvPr>
          <p:cNvSpPr>
            <a:spLocks noGrp="1"/>
          </p:cNvSpPr>
          <p:nvPr>
            <p:ph type="sldNum" sz="quarter" idx="5"/>
          </p:nvPr>
        </p:nvSpPr>
        <p:spPr/>
        <p:txBody>
          <a:bodyPr/>
          <a:lstStyle/>
          <a:p>
            <a:fld id="{09DA1605-E42E-4BEC-A25F-63B420B02C4D}" type="slidenum">
              <a:rPr lang="en-IN" smtClean="0"/>
              <a:t>12</a:t>
            </a:fld>
            <a:endParaRPr lang="en-IN"/>
          </a:p>
        </p:txBody>
      </p:sp>
    </p:spTree>
    <p:extLst>
      <p:ext uri="{BB962C8B-B14F-4D97-AF65-F5344CB8AC3E}">
        <p14:creationId xmlns:p14="http://schemas.microsoft.com/office/powerpoint/2010/main" val="2469309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dirty="0">
                <a:solidFill>
                  <a:srgbClr val="1D2228"/>
                </a:solidFill>
                <a:effectLst/>
                <a:latin typeface="Calibri" panose="020F0502020204030204" pitchFamily="34" charset="0"/>
                <a:ea typeface="Helvetica" panose="020B0604020202020204" pitchFamily="34" charset="0"/>
              </a:rPr>
              <a:t>Provide a high level Project plan for developing the prototype for your selected design.  Keep in mind the weekly schedule of LP201 and ensure that the completion dates are sufficiently before the LEAP deadlines!</a:t>
            </a:r>
            <a:endParaRPr lang="en-IN" sz="1800" dirty="0">
              <a:effectLst/>
              <a:latin typeface="Calibri" panose="020F0502020204030204" pitchFamily="34" charset="0"/>
              <a:ea typeface="Calibri" panose="020F0502020204030204" pitchFamily="34" charset="0"/>
            </a:endParaRPr>
          </a:p>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13</a:t>
            </a:fld>
            <a:endParaRPr lang="en-IN"/>
          </a:p>
        </p:txBody>
      </p:sp>
    </p:spTree>
    <p:extLst>
      <p:ext uri="{BB962C8B-B14F-4D97-AF65-F5344CB8AC3E}">
        <p14:creationId xmlns:p14="http://schemas.microsoft.com/office/powerpoint/2010/main" val="1254104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dirty="0">
                <a:solidFill>
                  <a:srgbClr val="1D2228"/>
                </a:solidFill>
                <a:effectLst/>
                <a:latin typeface="Calibri" panose="020F0502020204030204" pitchFamily="34" charset="0"/>
                <a:ea typeface="Helvetica" panose="020B0604020202020204" pitchFamily="34" charset="0"/>
              </a:rPr>
              <a:t>Provide a high level Project plan for developing the prototype for your selected design.  Keep in mind the weekly schedule of LP201 and ensure that the completion dates are sufficiently before the LEAP deadlines!</a:t>
            </a:r>
            <a:endParaRPr lang="en-IN" sz="1800" dirty="0">
              <a:effectLst/>
              <a:latin typeface="Calibri" panose="020F0502020204030204" pitchFamily="34" charset="0"/>
              <a:ea typeface="Calibri" panose="020F0502020204030204" pitchFamily="34" charset="0"/>
            </a:endParaRPr>
          </a:p>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14</a:t>
            </a:fld>
            <a:endParaRPr lang="en-IN"/>
          </a:p>
        </p:txBody>
      </p:sp>
    </p:spTree>
    <p:extLst>
      <p:ext uri="{BB962C8B-B14F-4D97-AF65-F5344CB8AC3E}">
        <p14:creationId xmlns:p14="http://schemas.microsoft.com/office/powerpoint/2010/main" val="3723897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15</a:t>
            </a:fld>
            <a:endParaRPr lang="en-IN"/>
          </a:p>
        </p:txBody>
      </p:sp>
    </p:spTree>
    <p:extLst>
      <p:ext uri="{BB962C8B-B14F-4D97-AF65-F5344CB8AC3E}">
        <p14:creationId xmlns:p14="http://schemas.microsoft.com/office/powerpoint/2010/main" val="977489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DA1605-E42E-4BEC-A25F-63B420B02C4D}" type="slidenum">
              <a:rPr lang="en-IN" smtClean="0"/>
              <a:t>16</a:t>
            </a:fld>
            <a:endParaRPr lang="en-IN"/>
          </a:p>
        </p:txBody>
      </p:sp>
    </p:spTree>
    <p:extLst>
      <p:ext uri="{BB962C8B-B14F-4D97-AF65-F5344CB8AC3E}">
        <p14:creationId xmlns:p14="http://schemas.microsoft.com/office/powerpoint/2010/main" val="31338103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758952"/>
            <a:ext cx="11775600" cy="3566160"/>
          </a:xfrm>
        </p:spPr>
        <p:txBody>
          <a:bodyPr anchor="b">
            <a:normAutofit/>
          </a:bodyPr>
          <a:lstStyle>
            <a:lvl1pPr algn="l">
              <a:lnSpc>
                <a:spcPct val="85000"/>
              </a:lnSpc>
              <a:defRPr sz="8000" spc="-50" baseline="0">
                <a:solidFill>
                  <a:schemeClr val="accent2">
                    <a:lumMod val="75000"/>
                  </a:schemeClr>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241300" y="4455621"/>
            <a:ext cx="11775600" cy="1143000"/>
          </a:xfrm>
        </p:spPr>
        <p:txBody>
          <a:bodyPr lIns="91440" rIns="91440">
            <a:normAutofit/>
          </a:bodyPr>
          <a:lstStyle>
            <a:lvl1pPr marL="0" indent="0" algn="l">
              <a:buNone/>
              <a:defRPr sz="2400" b="0" cap="none" spc="200" baseline="0">
                <a:solidFill>
                  <a:schemeClr val="accent2">
                    <a:lumMod val="75000"/>
                  </a:schemeClr>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cxnSp>
        <p:nvCxnSpPr>
          <p:cNvPr id="10" name="Straight Connector 9">
            <a:extLst>
              <a:ext uri="{FF2B5EF4-FFF2-40B4-BE49-F238E27FC236}">
                <a16:creationId xmlns:a16="http://schemas.microsoft.com/office/drawing/2014/main" id="{1DB5C4FC-49C7-4017-AF7B-6FB9B96D4572}"/>
              </a:ext>
            </a:extLst>
          </p:cNvPr>
          <p:cNvCxnSpPr>
            <a:cxnSpLocks/>
          </p:cNvCxnSpPr>
          <p:nvPr userDrawn="1"/>
        </p:nvCxnSpPr>
        <p:spPr>
          <a:xfrm>
            <a:off x="241300" y="4354730"/>
            <a:ext cx="11777032" cy="0"/>
          </a:xfrm>
          <a:prstGeom prst="line">
            <a:avLst/>
          </a:prstGeom>
          <a:ln>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22" name="Picture 21">
            <a:extLst>
              <a:ext uri="{FF2B5EF4-FFF2-40B4-BE49-F238E27FC236}">
                <a16:creationId xmlns:a16="http://schemas.microsoft.com/office/drawing/2014/main" id="{8994EF25-1A46-443C-A4F9-5BF3C5F326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6871" y="256508"/>
            <a:ext cx="767329" cy="371288"/>
          </a:xfrm>
          <a:prstGeom prst="rect">
            <a:avLst/>
          </a:prstGeom>
        </p:spPr>
      </p:pic>
      <p:pic>
        <p:nvPicPr>
          <p:cNvPr id="23" name="Picture 22">
            <a:extLst>
              <a:ext uri="{FF2B5EF4-FFF2-40B4-BE49-F238E27FC236}">
                <a16:creationId xmlns:a16="http://schemas.microsoft.com/office/drawing/2014/main" id="{5F9403F7-AA83-4E93-B3AE-55BDB8B127D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4802" y="172152"/>
            <a:ext cx="540000" cy="540000"/>
          </a:xfrm>
          <a:prstGeom prst="rect">
            <a:avLst/>
          </a:prstGeom>
        </p:spPr>
      </p:pic>
      <p:sp>
        <p:nvSpPr>
          <p:cNvPr id="19" name="Date Placeholder 3">
            <a:extLst>
              <a:ext uri="{FF2B5EF4-FFF2-40B4-BE49-F238E27FC236}">
                <a16:creationId xmlns:a16="http://schemas.microsoft.com/office/drawing/2014/main" id="{7202F6D0-7E7B-4076-A3BB-63ED1D8CDE12}"/>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0" name="Footer Placeholder 4">
            <a:extLst>
              <a:ext uri="{FF2B5EF4-FFF2-40B4-BE49-F238E27FC236}">
                <a16:creationId xmlns:a16="http://schemas.microsoft.com/office/drawing/2014/main" id="{9A6E319A-8772-48CC-B88E-A1EF8BB0A266}"/>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1" name="Slide Number Placeholder 5">
            <a:extLst>
              <a:ext uri="{FF2B5EF4-FFF2-40B4-BE49-F238E27FC236}">
                <a16:creationId xmlns:a16="http://schemas.microsoft.com/office/drawing/2014/main" id="{92C4954F-D74B-4FD4-A6CB-7FF10893753B}"/>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97942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0337" y="352705"/>
            <a:ext cx="11777032" cy="826101"/>
          </a:xfrm>
        </p:spPr>
        <p:txBody>
          <a:bodyPr/>
          <a:lstStyle>
            <a:lvl1pPr>
              <a:defRPr sz="3200">
                <a:solidFill>
                  <a:schemeClr val="accent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2pPr marL="539750" indent="-339725">
              <a:buFont typeface="Arial" panose="020B0604020202020204" pitchFamily="34" charset="0"/>
              <a:buChar char="•"/>
              <a:defRPr lang="en-US" sz="2400" kern="1200" dirty="0">
                <a:solidFill>
                  <a:schemeClr val="tx1">
                    <a:lumMod val="75000"/>
                    <a:lumOff val="25000"/>
                  </a:schemeClr>
                </a:solidFill>
                <a:latin typeface="+mn-lt"/>
                <a:ea typeface="+mn-ea"/>
                <a:cs typeface="+mn-cs"/>
              </a:defRPr>
            </a:lvl2pPr>
            <a:lvl3pPr marL="825500" indent="-285750">
              <a:buFont typeface="Arial" panose="020B0604020202020204" pitchFamily="34" charset="0"/>
              <a:buChar char="•"/>
              <a:defRPr lang="en-US" sz="2000" kern="1200" dirty="0">
                <a:solidFill>
                  <a:schemeClr val="tx1">
                    <a:lumMod val="75000"/>
                    <a:lumOff val="25000"/>
                  </a:schemeClr>
                </a:solidFill>
                <a:latin typeface="+mn-lt"/>
                <a:ea typeface="+mn-ea"/>
                <a:cs typeface="+mn-cs"/>
              </a:defRPr>
            </a:lvl3pPr>
            <a:lvl4pPr marL="1090612" indent="-285750">
              <a:buFont typeface="Arial" panose="020B0604020202020204" pitchFamily="34" charset="0"/>
              <a:buChar char="•"/>
              <a:defRPr lang="en-US" sz="1800" kern="1200" dirty="0">
                <a:solidFill>
                  <a:schemeClr val="tx1">
                    <a:lumMod val="75000"/>
                    <a:lumOff val="25000"/>
                  </a:schemeClr>
                </a:solidFill>
                <a:latin typeface="+mn-lt"/>
                <a:ea typeface="+mn-ea"/>
                <a:cs typeface="+mn-cs"/>
              </a:defRPr>
            </a:lvl4pPr>
            <a:lvl5pPr marL="1365250" indent="-285750">
              <a:buFont typeface="Arial" panose="020B0604020202020204" pitchFamily="34" charset="0"/>
              <a:buChar char="•"/>
              <a:defRPr lang="en-US" sz="1600" kern="1200" dirty="0">
                <a:solidFill>
                  <a:schemeClr val="tx1">
                    <a:lumMod val="75000"/>
                    <a:lumOff val="2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59957A76-B9D3-4174-A86F-23C2B6C85913}"/>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4" name="Footer Placeholder 4">
            <a:extLst>
              <a:ext uri="{FF2B5EF4-FFF2-40B4-BE49-F238E27FC236}">
                <a16:creationId xmlns:a16="http://schemas.microsoft.com/office/drawing/2014/main" id="{DFBCABE7-185D-433D-8672-F02318433CA6}"/>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15" name="Slide Number Placeholder 5">
            <a:extLst>
              <a:ext uri="{FF2B5EF4-FFF2-40B4-BE49-F238E27FC236}">
                <a16:creationId xmlns:a16="http://schemas.microsoft.com/office/drawing/2014/main" id="{0DAA9456-1AD1-4B2F-886C-CD41D87A6A38}"/>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68484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600" y="758952"/>
            <a:ext cx="11775600" cy="3566160"/>
          </a:xfrm>
        </p:spPr>
        <p:txBody>
          <a:bodyPr anchor="b" anchorCtr="0">
            <a:normAutofit/>
          </a:bodyPr>
          <a:lstStyle>
            <a:lvl1pPr algn="l" defTabSz="914400" rtl="0" eaLnBrk="1" latinLnBrk="0" hangingPunct="1">
              <a:lnSpc>
                <a:spcPct val="85000"/>
              </a:lnSpc>
              <a:spcBef>
                <a:spcPct val="0"/>
              </a:spcBef>
              <a:buNone/>
              <a:defRPr lang="en-US" sz="8000" b="1" kern="1200" spc="-50" baseline="0" dirty="0">
                <a:solidFill>
                  <a:schemeClr val="accent2">
                    <a:lumMod val="75000"/>
                  </a:schemeClr>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233680" y="4453127"/>
            <a:ext cx="11775600" cy="1462925"/>
          </a:xfrm>
        </p:spPr>
        <p:txBody>
          <a:bodyPr lIns="91440" rIns="91440" anchor="t" anchorCtr="0">
            <a:normAutofit/>
          </a:bodyPr>
          <a:lstStyle>
            <a:lvl1pPr marL="542925" indent="-342900">
              <a:buNone/>
              <a:defRPr lang="en-US" sz="2000" kern="1200" dirty="0">
                <a:solidFill>
                  <a:schemeClr val="accent2">
                    <a:lumMod val="75000"/>
                  </a:schemeClr>
                </a:solidFill>
                <a:latin typeface="+mn-lt"/>
                <a:ea typeface="+mn-ea"/>
                <a:cs typeface="+mn-cs"/>
              </a:defRPr>
            </a:lvl1pPr>
            <a:lvl2pPr marL="200025" indent="0">
              <a:buFont typeface="Arial" panose="020B0604020202020204" pitchFamily="34" charset="0"/>
              <a:buNone/>
              <a:defRPr lang="en-US" sz="2000" kern="1200" dirty="0">
                <a:solidFill>
                  <a:schemeClr val="accent2">
                    <a:lumMod val="75000"/>
                  </a:schemeClr>
                </a:solidFill>
                <a:latin typeface="+mn-lt"/>
                <a:ea typeface="+mn-ea"/>
                <a:cs typeface="+mn-cs"/>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542925" lvl="0" indent="-457200" algn="l" defTabSz="914400" rtl="0" eaLnBrk="1" latinLnBrk="0" hangingPunct="1">
              <a:lnSpc>
                <a:spcPct val="90000"/>
              </a:lnSpc>
              <a:spcBef>
                <a:spcPts val="200"/>
              </a:spcBef>
              <a:spcAft>
                <a:spcPts val="400"/>
              </a:spcAft>
              <a:buClr>
                <a:schemeClr val="tx1">
                  <a:lumMod val="75000"/>
                  <a:lumOff val="25000"/>
                </a:schemeClr>
              </a:buClr>
              <a:buSzPct val="100000"/>
            </a:pPr>
            <a:r>
              <a:rPr lang="en-US"/>
              <a:t>Click to edit Master text styles</a:t>
            </a:r>
          </a:p>
          <a:p>
            <a:pPr marL="542925" lvl="1" indent="-457200" algn="l" defTabSz="914400" rtl="0" eaLnBrk="1" latinLnBrk="0" hangingPunct="1">
              <a:lnSpc>
                <a:spcPct val="90000"/>
              </a:lnSpc>
              <a:spcBef>
                <a:spcPts val="200"/>
              </a:spcBef>
              <a:spcAft>
                <a:spcPts val="400"/>
              </a:spcAft>
              <a:buClr>
                <a:schemeClr val="tx1">
                  <a:lumMod val="75000"/>
                  <a:lumOff val="25000"/>
                </a:schemeClr>
              </a:buClr>
              <a:buSzPct val="100000"/>
            </a:pPr>
            <a:r>
              <a:rPr lang="en-US"/>
              <a:t>Second level</a:t>
            </a:r>
          </a:p>
        </p:txBody>
      </p:sp>
      <p:cxnSp>
        <p:nvCxnSpPr>
          <p:cNvPr id="10" name="Straight Connector 9">
            <a:extLst>
              <a:ext uri="{FF2B5EF4-FFF2-40B4-BE49-F238E27FC236}">
                <a16:creationId xmlns:a16="http://schemas.microsoft.com/office/drawing/2014/main" id="{5548E6E2-D660-423B-86D9-4FCCEE2950F8}"/>
              </a:ext>
            </a:extLst>
          </p:cNvPr>
          <p:cNvCxnSpPr>
            <a:cxnSpLocks/>
          </p:cNvCxnSpPr>
          <p:nvPr userDrawn="1"/>
        </p:nvCxnSpPr>
        <p:spPr>
          <a:xfrm>
            <a:off x="241300" y="4354730"/>
            <a:ext cx="11777032" cy="0"/>
          </a:xfrm>
          <a:prstGeom prst="line">
            <a:avLst/>
          </a:prstGeom>
          <a:ln>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18" name="Picture 17">
            <a:extLst>
              <a:ext uri="{FF2B5EF4-FFF2-40B4-BE49-F238E27FC236}">
                <a16:creationId xmlns:a16="http://schemas.microsoft.com/office/drawing/2014/main" id="{90775A5D-6DC3-4ADE-889D-C8FB73698D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1003" y="279204"/>
            <a:ext cx="767329" cy="371288"/>
          </a:xfrm>
          <a:prstGeom prst="rect">
            <a:avLst/>
          </a:prstGeom>
        </p:spPr>
      </p:pic>
      <p:pic>
        <p:nvPicPr>
          <p:cNvPr id="19" name="Picture 18">
            <a:extLst>
              <a:ext uri="{FF2B5EF4-FFF2-40B4-BE49-F238E27FC236}">
                <a16:creationId xmlns:a16="http://schemas.microsoft.com/office/drawing/2014/main" id="{1F173A89-DED6-4AF7-B462-02CB03E5112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934" y="194848"/>
            <a:ext cx="540000" cy="540000"/>
          </a:xfrm>
          <a:prstGeom prst="rect">
            <a:avLst/>
          </a:prstGeom>
        </p:spPr>
      </p:pic>
      <p:sp>
        <p:nvSpPr>
          <p:cNvPr id="21" name="Date Placeholder 3">
            <a:extLst>
              <a:ext uri="{FF2B5EF4-FFF2-40B4-BE49-F238E27FC236}">
                <a16:creationId xmlns:a16="http://schemas.microsoft.com/office/drawing/2014/main" id="{BBCE1832-C9F9-43FB-9BB3-2A0B3F7E15F0}"/>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2" name="Footer Placeholder 4">
            <a:extLst>
              <a:ext uri="{FF2B5EF4-FFF2-40B4-BE49-F238E27FC236}">
                <a16:creationId xmlns:a16="http://schemas.microsoft.com/office/drawing/2014/main" id="{F7BF9684-BEA9-4B49-A846-EADBE819F330}"/>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3" name="Slide Number Placeholder 5">
            <a:extLst>
              <a:ext uri="{FF2B5EF4-FFF2-40B4-BE49-F238E27FC236}">
                <a16:creationId xmlns:a16="http://schemas.microsoft.com/office/drawing/2014/main" id="{CD3F0814-526F-4E93-A0C2-7E2750D410EF}"/>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4263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08200" y="262542"/>
            <a:ext cx="11775600" cy="903600"/>
          </a:xfrm>
        </p:spPr>
        <p:txBody>
          <a:bodyPr vert="horz" lIns="91440" tIns="45720" rIns="91440" bIns="45720" rtlCol="0" anchor="b">
            <a:normAutofit/>
          </a:bodyPr>
          <a:lstStyle>
            <a:lvl1pPr>
              <a:defRPr lang="en-US" dirty="0">
                <a:solidFill>
                  <a:schemeClr val="accent2">
                    <a:lumMod val="75000"/>
                  </a:schemeClr>
                </a:solidFill>
              </a:defRPr>
            </a:lvl1pPr>
          </a:lstStyle>
          <a:p>
            <a:pPr lvl="0"/>
            <a:r>
              <a:rPr lang="en-US"/>
              <a:t>Click to edit Master title style</a:t>
            </a:r>
            <a:endParaRPr lang="en-US" dirty="0"/>
          </a:p>
        </p:txBody>
      </p:sp>
      <p:sp>
        <p:nvSpPr>
          <p:cNvPr id="3" name="Content Placeholder 2"/>
          <p:cNvSpPr>
            <a:spLocks noGrp="1"/>
          </p:cNvSpPr>
          <p:nvPr>
            <p:ph sz="half" idx="1"/>
          </p:nvPr>
        </p:nvSpPr>
        <p:spPr>
          <a:xfrm>
            <a:off x="208200" y="1591736"/>
            <a:ext cx="5760000" cy="43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23802" y="1591735"/>
            <a:ext cx="5760000" cy="4301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3">
            <a:extLst>
              <a:ext uri="{FF2B5EF4-FFF2-40B4-BE49-F238E27FC236}">
                <a16:creationId xmlns:a16="http://schemas.microsoft.com/office/drawing/2014/main" id="{36EAB3C6-C2C1-4D92-9498-F00BAB61A8C9}"/>
              </a:ext>
            </a:extLst>
          </p:cNvPr>
          <p:cNvSpPr>
            <a:spLocks noGrp="1"/>
          </p:cNvSpPr>
          <p:nvPr>
            <p:ph type="dt" sz="half" idx="10"/>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6" name="Footer Placeholder 4">
            <a:extLst>
              <a:ext uri="{FF2B5EF4-FFF2-40B4-BE49-F238E27FC236}">
                <a16:creationId xmlns:a16="http://schemas.microsoft.com/office/drawing/2014/main" id="{260EF0ED-CD2B-45F6-AFDB-37340261336A}"/>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17" name="Slide Number Placeholder 5">
            <a:extLst>
              <a:ext uri="{FF2B5EF4-FFF2-40B4-BE49-F238E27FC236}">
                <a16:creationId xmlns:a16="http://schemas.microsoft.com/office/drawing/2014/main" id="{1499FD70-A19B-4978-B1B2-EA7A487975FB}"/>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8510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08200" y="272426"/>
            <a:ext cx="11775600" cy="9036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081" y="1550717"/>
            <a:ext cx="5760000" cy="432000"/>
          </a:xfrm>
        </p:spPr>
        <p:txBody>
          <a:bodyPr lIns="91440" rIns="91440" anchor="ctr">
            <a:normAutofit/>
          </a:bodyPr>
          <a:lstStyle>
            <a:lvl1pPr marL="0" indent="0">
              <a:buNone/>
              <a:defRPr lang="en-US" sz="2000" b="1" kern="1200" dirty="0">
                <a:solidFill>
                  <a:schemeClr val="tx1">
                    <a:lumMod val="75000"/>
                    <a:lumOff val="2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4081" y="2088693"/>
            <a:ext cx="5760000" cy="3717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6217919" y="1550717"/>
            <a:ext cx="5760000" cy="432000"/>
          </a:xfrm>
        </p:spPr>
        <p:txBody>
          <a:bodyPr lIns="91440" rIns="91440" anchor="ctr">
            <a:normAutofit/>
          </a:bodyPr>
          <a:lstStyle>
            <a:lvl1pPr marL="0" indent="0">
              <a:buNone/>
              <a:defRPr lang="en-US" sz="2000" b="1" kern="1200" dirty="0">
                <a:solidFill>
                  <a:schemeClr val="tx1">
                    <a:lumMod val="75000"/>
                    <a:lumOff val="2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pPr>
            <a:r>
              <a:rPr lang="en-US" dirty="0"/>
              <a:t>Click to edit master text styles</a:t>
            </a:r>
          </a:p>
        </p:txBody>
      </p:sp>
      <p:sp>
        <p:nvSpPr>
          <p:cNvPr id="6" name="Content Placeholder 5"/>
          <p:cNvSpPr>
            <a:spLocks noGrp="1"/>
          </p:cNvSpPr>
          <p:nvPr>
            <p:ph sz="quarter" idx="4"/>
          </p:nvPr>
        </p:nvSpPr>
        <p:spPr>
          <a:xfrm>
            <a:off x="6217919" y="2088692"/>
            <a:ext cx="5760000" cy="3717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99E316E8-4761-41AF-9B3C-C3BC399278B3}"/>
              </a:ext>
            </a:extLst>
          </p:cNvPr>
          <p:cNvCxnSpPr>
            <a:cxnSpLocks/>
          </p:cNvCxnSpPr>
          <p:nvPr userDrawn="1"/>
        </p:nvCxnSpPr>
        <p:spPr>
          <a:xfrm>
            <a:off x="220337" y="1198018"/>
            <a:ext cx="11777032" cy="0"/>
          </a:xfrm>
          <a:prstGeom prst="line">
            <a:avLst/>
          </a:prstGeom>
          <a:ln>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18" name="Date Placeholder 3">
            <a:extLst>
              <a:ext uri="{FF2B5EF4-FFF2-40B4-BE49-F238E27FC236}">
                <a16:creationId xmlns:a16="http://schemas.microsoft.com/office/drawing/2014/main" id="{4E133462-7707-46E1-B884-41E41AF8BDFE}"/>
              </a:ext>
            </a:extLst>
          </p:cNvPr>
          <p:cNvSpPr>
            <a:spLocks noGrp="1"/>
          </p:cNvSpPr>
          <p:nvPr>
            <p:ph type="dt" sz="half" idx="10"/>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9" name="Footer Placeholder 4">
            <a:extLst>
              <a:ext uri="{FF2B5EF4-FFF2-40B4-BE49-F238E27FC236}">
                <a16:creationId xmlns:a16="http://schemas.microsoft.com/office/drawing/2014/main" id="{B30082B8-39BD-4B2E-88A1-5E792D189294}"/>
              </a:ext>
            </a:extLst>
          </p:cNvPr>
          <p:cNvSpPr>
            <a:spLocks noGrp="1"/>
          </p:cNvSpPr>
          <p:nvPr>
            <p:ph type="ftr" sz="quarter" idx="11"/>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0" name="Slide Number Placeholder 5">
            <a:extLst>
              <a:ext uri="{FF2B5EF4-FFF2-40B4-BE49-F238E27FC236}">
                <a16:creationId xmlns:a16="http://schemas.microsoft.com/office/drawing/2014/main" id="{96C6D9F8-1291-47C4-8BBA-8F210EB34B15}"/>
              </a:ext>
            </a:extLst>
          </p:cNvPr>
          <p:cNvSpPr>
            <a:spLocks noGrp="1"/>
          </p:cNvSpPr>
          <p:nvPr>
            <p:ph type="sldNum" sz="quarter" idx="12"/>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7463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75000"/>
                  </a:schemeClr>
                </a:solidFill>
              </a:defRPr>
            </a:lvl1pPr>
          </a:lstStyle>
          <a:p>
            <a:r>
              <a:rPr lang="en-US"/>
              <a:t>Click to edit Master title style</a:t>
            </a:r>
            <a:endParaRPr lang="en-US" dirty="0"/>
          </a:p>
        </p:txBody>
      </p:sp>
      <p:sp>
        <p:nvSpPr>
          <p:cNvPr id="12" name="Date Placeholder 3">
            <a:extLst>
              <a:ext uri="{FF2B5EF4-FFF2-40B4-BE49-F238E27FC236}">
                <a16:creationId xmlns:a16="http://schemas.microsoft.com/office/drawing/2014/main" id="{96D8D601-4D91-4124-9340-EF5EF5406797}"/>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3" name="Footer Placeholder 4">
            <a:extLst>
              <a:ext uri="{FF2B5EF4-FFF2-40B4-BE49-F238E27FC236}">
                <a16:creationId xmlns:a16="http://schemas.microsoft.com/office/drawing/2014/main" id="{8127A971-60F0-494F-A75D-3A8F8D32F401}"/>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14" name="Slide Number Placeholder 5">
            <a:extLst>
              <a:ext uri="{FF2B5EF4-FFF2-40B4-BE49-F238E27FC236}">
                <a16:creationId xmlns:a16="http://schemas.microsoft.com/office/drawing/2014/main" id="{77CE4E4B-2F80-4804-8BBD-39E0D77400B6}"/>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9646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04057EB-786A-4E3C-A791-3D2503DC59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7955" y="274032"/>
            <a:ext cx="767329" cy="371288"/>
          </a:xfrm>
          <a:prstGeom prst="rect">
            <a:avLst/>
          </a:prstGeom>
        </p:spPr>
      </p:pic>
      <p:pic>
        <p:nvPicPr>
          <p:cNvPr id="16" name="Picture 15">
            <a:extLst>
              <a:ext uri="{FF2B5EF4-FFF2-40B4-BE49-F238E27FC236}">
                <a16:creationId xmlns:a16="http://schemas.microsoft.com/office/drawing/2014/main" id="{ED9A8A70-6203-4D15-8671-A8C27ABAE7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5886" y="189676"/>
            <a:ext cx="540000" cy="540000"/>
          </a:xfrm>
          <a:prstGeom prst="rect">
            <a:avLst/>
          </a:prstGeom>
        </p:spPr>
      </p:pic>
      <p:sp>
        <p:nvSpPr>
          <p:cNvPr id="17" name="Date Placeholder 3">
            <a:extLst>
              <a:ext uri="{FF2B5EF4-FFF2-40B4-BE49-F238E27FC236}">
                <a16:creationId xmlns:a16="http://schemas.microsoft.com/office/drawing/2014/main" id="{56960AFF-966E-4855-92A4-12B57E55E29F}"/>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8" name="Footer Placeholder 4">
            <a:extLst>
              <a:ext uri="{FF2B5EF4-FFF2-40B4-BE49-F238E27FC236}">
                <a16:creationId xmlns:a16="http://schemas.microsoft.com/office/drawing/2014/main" id="{4EB9D653-CBAE-4240-B43C-F9C2A6DD04CE}"/>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19" name="Slide Number Placeholder 5">
            <a:extLst>
              <a:ext uri="{FF2B5EF4-FFF2-40B4-BE49-F238E27FC236}">
                <a16:creationId xmlns:a16="http://schemas.microsoft.com/office/drawing/2014/main" id="{F48C7E40-2498-4F4C-B43E-84CF1F9701EF}"/>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cxnSp>
        <p:nvCxnSpPr>
          <p:cNvPr id="3" name="Straight Connector 2">
            <a:extLst>
              <a:ext uri="{FF2B5EF4-FFF2-40B4-BE49-F238E27FC236}">
                <a16:creationId xmlns:a16="http://schemas.microsoft.com/office/drawing/2014/main" id="{377DAC1A-7144-13A9-B125-5DE50EA9CD37}"/>
              </a:ext>
            </a:extLst>
          </p:cNvPr>
          <p:cNvCxnSpPr/>
          <p:nvPr userDrawn="1"/>
        </p:nvCxnSpPr>
        <p:spPr>
          <a:xfrm>
            <a:off x="588818" y="1177636"/>
            <a:ext cx="1101436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812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16" name="Picture 15">
            <a:extLst>
              <a:ext uri="{FF2B5EF4-FFF2-40B4-BE49-F238E27FC236}">
                <a16:creationId xmlns:a16="http://schemas.microsoft.com/office/drawing/2014/main" id="{13573824-5FB0-43D9-AD85-5A3A6EC06B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7955" y="223071"/>
            <a:ext cx="767329" cy="371288"/>
          </a:xfrm>
          <a:prstGeom prst="rect">
            <a:avLst/>
          </a:prstGeom>
        </p:spPr>
      </p:pic>
      <p:pic>
        <p:nvPicPr>
          <p:cNvPr id="17" name="Picture 16">
            <a:extLst>
              <a:ext uri="{FF2B5EF4-FFF2-40B4-BE49-F238E27FC236}">
                <a16:creationId xmlns:a16="http://schemas.microsoft.com/office/drawing/2014/main" id="{9F2425B0-4503-4620-957A-2BAFB29C791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5886" y="138715"/>
            <a:ext cx="540000" cy="540000"/>
          </a:xfrm>
          <a:prstGeom prst="rect">
            <a:avLst/>
          </a:prstGeom>
        </p:spPr>
      </p:pic>
      <p:sp>
        <p:nvSpPr>
          <p:cNvPr id="20" name="Date Placeholder 3">
            <a:extLst>
              <a:ext uri="{FF2B5EF4-FFF2-40B4-BE49-F238E27FC236}">
                <a16:creationId xmlns:a16="http://schemas.microsoft.com/office/drawing/2014/main" id="{438B50C7-EEE2-42BA-AF15-EA41A93BDCF0}"/>
              </a:ext>
            </a:extLst>
          </p:cNvPr>
          <p:cNvSpPr>
            <a:spLocks noGrp="1"/>
          </p:cNvSpPr>
          <p:nvPr>
            <p:ph type="dt" sz="half" idx="10"/>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1" name="Footer Placeholder 4">
            <a:extLst>
              <a:ext uri="{FF2B5EF4-FFF2-40B4-BE49-F238E27FC236}">
                <a16:creationId xmlns:a16="http://schemas.microsoft.com/office/drawing/2014/main" id="{A161FA60-DBF7-49AA-9AD8-D3D0D5F224BB}"/>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2" name="Slide Number Placeholder 5">
            <a:extLst>
              <a:ext uri="{FF2B5EF4-FFF2-40B4-BE49-F238E27FC236}">
                <a16:creationId xmlns:a16="http://schemas.microsoft.com/office/drawing/2014/main" id="{7CDA1A52-C101-4A5C-A5FD-D1A34332EB20}"/>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4218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lumMod val="75000"/>
                    <a:lumOff val="2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17" name="Picture 16">
            <a:extLst>
              <a:ext uri="{FF2B5EF4-FFF2-40B4-BE49-F238E27FC236}">
                <a16:creationId xmlns:a16="http://schemas.microsoft.com/office/drawing/2014/main" id="{D45B620B-3088-4E28-B4F5-164A1DD0F5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38545" y="170972"/>
            <a:ext cx="767329" cy="371288"/>
          </a:xfrm>
          <a:prstGeom prst="rect">
            <a:avLst/>
          </a:prstGeom>
        </p:spPr>
      </p:pic>
      <p:pic>
        <p:nvPicPr>
          <p:cNvPr id="18" name="Picture 17">
            <a:extLst>
              <a:ext uri="{FF2B5EF4-FFF2-40B4-BE49-F238E27FC236}">
                <a16:creationId xmlns:a16="http://schemas.microsoft.com/office/drawing/2014/main" id="{EB6749FF-195D-404B-9B6D-2678F4AFA50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94272" y="86616"/>
            <a:ext cx="540000" cy="540000"/>
          </a:xfrm>
          <a:prstGeom prst="rect">
            <a:avLst/>
          </a:prstGeom>
        </p:spPr>
      </p:pic>
      <p:sp>
        <p:nvSpPr>
          <p:cNvPr id="21" name="Date Placeholder 3">
            <a:extLst>
              <a:ext uri="{FF2B5EF4-FFF2-40B4-BE49-F238E27FC236}">
                <a16:creationId xmlns:a16="http://schemas.microsoft.com/office/drawing/2014/main" id="{4566E74E-528C-4FAE-B58E-51ACB8A187C3}"/>
              </a:ext>
            </a:extLst>
          </p:cNvPr>
          <p:cNvSpPr>
            <a:spLocks noGrp="1"/>
          </p:cNvSpPr>
          <p:nvPr>
            <p:ph type="dt" sz="half" idx="10"/>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2" name="Footer Placeholder 4">
            <a:extLst>
              <a:ext uri="{FF2B5EF4-FFF2-40B4-BE49-F238E27FC236}">
                <a16:creationId xmlns:a16="http://schemas.microsoft.com/office/drawing/2014/main" id="{B2B5D229-9E8F-4768-B7D0-51660B05A98A}"/>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3" name="Slide Number Placeholder 5">
            <a:extLst>
              <a:ext uri="{FF2B5EF4-FFF2-40B4-BE49-F238E27FC236}">
                <a16:creationId xmlns:a16="http://schemas.microsoft.com/office/drawing/2014/main" id="{B502A63A-DD0C-4236-9D48-FC3C0B02BAD8}"/>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86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1_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974507" y="594905"/>
            <a:ext cx="4022690" cy="5167878"/>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Title 1">
            <a:extLst>
              <a:ext uri="{FF2B5EF4-FFF2-40B4-BE49-F238E27FC236}">
                <a16:creationId xmlns:a16="http://schemas.microsoft.com/office/drawing/2014/main" id="{2EEF3985-8CD5-4F1E-BBE1-2BB95BE4A959}"/>
              </a:ext>
            </a:extLst>
          </p:cNvPr>
          <p:cNvSpPr>
            <a:spLocks noGrp="1"/>
          </p:cNvSpPr>
          <p:nvPr>
            <p:ph type="title"/>
          </p:nvPr>
        </p:nvSpPr>
        <p:spPr>
          <a:xfrm>
            <a:off x="5868296" y="594905"/>
            <a:ext cx="5001658" cy="2910546"/>
          </a:xfrm>
        </p:spPr>
        <p:txBody>
          <a:bodyPr tIns="0" bIns="0" anchor="b">
            <a:noAutofit/>
          </a:bodyPr>
          <a:lstStyle>
            <a:lvl1pPr>
              <a:defRPr sz="4000" b="1">
                <a:solidFill>
                  <a:schemeClr val="accent2">
                    <a:lumMod val="75000"/>
                  </a:schemeClr>
                </a:solidFill>
              </a:defRPr>
            </a:lvl1pPr>
          </a:lstStyle>
          <a:p>
            <a:r>
              <a:rPr lang="en-US"/>
              <a:t>Click to edit Master title style</a:t>
            </a:r>
            <a:endParaRPr lang="en-US" dirty="0"/>
          </a:p>
        </p:txBody>
      </p:sp>
      <p:sp>
        <p:nvSpPr>
          <p:cNvPr id="20" name="Text Placeholder 3">
            <a:extLst>
              <a:ext uri="{FF2B5EF4-FFF2-40B4-BE49-F238E27FC236}">
                <a16:creationId xmlns:a16="http://schemas.microsoft.com/office/drawing/2014/main" id="{357B85E3-7915-4ED1-AFFB-E953B268A836}"/>
              </a:ext>
            </a:extLst>
          </p:cNvPr>
          <p:cNvSpPr>
            <a:spLocks noGrp="1"/>
          </p:cNvSpPr>
          <p:nvPr>
            <p:ph type="body" sz="half" idx="2"/>
          </p:nvPr>
        </p:nvSpPr>
        <p:spPr>
          <a:xfrm>
            <a:off x="5868295" y="3802797"/>
            <a:ext cx="5001658" cy="594360"/>
          </a:xfrm>
        </p:spPr>
        <p:txBody>
          <a:bodyPr lIns="91440" tIns="0" rIns="91440" bIns="0" anchor="ctr">
            <a:normAutofit/>
          </a:bodyPr>
          <a:lstStyle>
            <a:lvl1pPr marL="0" indent="0">
              <a:spcBef>
                <a:spcPts val="0"/>
              </a:spcBef>
              <a:spcAft>
                <a:spcPts val="600"/>
              </a:spcAft>
              <a:buNone/>
              <a:defRPr sz="2000">
                <a:solidFill>
                  <a:schemeClr val="accent2">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a:extLst>
              <a:ext uri="{FF2B5EF4-FFF2-40B4-BE49-F238E27FC236}">
                <a16:creationId xmlns:a16="http://schemas.microsoft.com/office/drawing/2014/main" id="{CF26CB74-A51C-489E-889A-149EB86C458F}"/>
              </a:ext>
            </a:extLst>
          </p:cNvPr>
          <p:cNvCxnSpPr>
            <a:cxnSpLocks/>
          </p:cNvCxnSpPr>
          <p:nvPr userDrawn="1"/>
        </p:nvCxnSpPr>
        <p:spPr>
          <a:xfrm>
            <a:off x="5876594" y="3538502"/>
            <a:ext cx="5001128" cy="0"/>
          </a:xfrm>
          <a:prstGeom prst="line">
            <a:avLst/>
          </a:prstGeom>
          <a:ln>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14" name="Picture 13">
            <a:extLst>
              <a:ext uri="{FF2B5EF4-FFF2-40B4-BE49-F238E27FC236}">
                <a16:creationId xmlns:a16="http://schemas.microsoft.com/office/drawing/2014/main" id="{0C190507-E61B-49AD-A29D-81CB7A7CDB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7954" y="144967"/>
            <a:ext cx="767329" cy="371288"/>
          </a:xfrm>
          <a:prstGeom prst="rect">
            <a:avLst/>
          </a:prstGeom>
        </p:spPr>
      </p:pic>
      <p:pic>
        <p:nvPicPr>
          <p:cNvPr id="15" name="Picture 14">
            <a:extLst>
              <a:ext uri="{FF2B5EF4-FFF2-40B4-BE49-F238E27FC236}">
                <a16:creationId xmlns:a16="http://schemas.microsoft.com/office/drawing/2014/main" id="{D2C8AAFF-3C66-4B03-9D0E-2805237459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5885" y="60611"/>
            <a:ext cx="540000" cy="540000"/>
          </a:xfrm>
          <a:prstGeom prst="rect">
            <a:avLst/>
          </a:prstGeom>
        </p:spPr>
      </p:pic>
      <p:sp>
        <p:nvSpPr>
          <p:cNvPr id="24" name="Date Placeholder 3">
            <a:extLst>
              <a:ext uri="{FF2B5EF4-FFF2-40B4-BE49-F238E27FC236}">
                <a16:creationId xmlns:a16="http://schemas.microsoft.com/office/drawing/2014/main" id="{D4AAF20C-FD92-42B5-946F-9D072F50FED6}"/>
              </a:ext>
            </a:extLst>
          </p:cNvPr>
          <p:cNvSpPr>
            <a:spLocks noGrp="1"/>
          </p:cNvSpPr>
          <p:nvPr>
            <p:ph type="dt" sz="half" idx="10"/>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5" name="Footer Placeholder 4">
            <a:extLst>
              <a:ext uri="{FF2B5EF4-FFF2-40B4-BE49-F238E27FC236}">
                <a16:creationId xmlns:a16="http://schemas.microsoft.com/office/drawing/2014/main" id="{5C810028-A6DC-4146-8171-C5E000DA523F}"/>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Tree>
    <p:extLst>
      <p:ext uri="{BB962C8B-B14F-4D97-AF65-F5344CB8AC3E}">
        <p14:creationId xmlns:p14="http://schemas.microsoft.com/office/powerpoint/2010/main" val="3024890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75000"/>
                  </a:schemeClr>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1E6C7A41-E0AB-4333-BC6E-77E7051CDAB3}"/>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14" name="Footer Placeholder 4">
            <a:extLst>
              <a:ext uri="{FF2B5EF4-FFF2-40B4-BE49-F238E27FC236}">
                <a16:creationId xmlns:a16="http://schemas.microsoft.com/office/drawing/2014/main" id="{CD9F779A-F225-4D9E-8662-22C3E35CBF99}"/>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15" name="Slide Number Placeholder 5">
            <a:extLst>
              <a:ext uri="{FF2B5EF4-FFF2-40B4-BE49-F238E27FC236}">
                <a16:creationId xmlns:a16="http://schemas.microsoft.com/office/drawing/2014/main" id="{08B68151-C960-4C70-83F8-1F3432C8118C}"/>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853498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6" name="Picture 15">
            <a:extLst>
              <a:ext uri="{FF2B5EF4-FFF2-40B4-BE49-F238E27FC236}">
                <a16:creationId xmlns:a16="http://schemas.microsoft.com/office/drawing/2014/main" id="{18B6AC3D-F4D8-47DC-8F29-5A122F4A85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7955" y="186466"/>
            <a:ext cx="767329" cy="371288"/>
          </a:xfrm>
          <a:prstGeom prst="rect">
            <a:avLst/>
          </a:prstGeom>
        </p:spPr>
      </p:pic>
      <p:pic>
        <p:nvPicPr>
          <p:cNvPr id="17" name="Picture 16">
            <a:extLst>
              <a:ext uri="{FF2B5EF4-FFF2-40B4-BE49-F238E27FC236}">
                <a16:creationId xmlns:a16="http://schemas.microsoft.com/office/drawing/2014/main" id="{5A752359-C789-4EA7-998C-3F507A33273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5886" y="102110"/>
            <a:ext cx="540000" cy="540000"/>
          </a:xfrm>
          <a:prstGeom prst="rect">
            <a:avLst/>
          </a:prstGeom>
        </p:spPr>
      </p:pic>
      <p:sp>
        <p:nvSpPr>
          <p:cNvPr id="20" name="Date Placeholder 3">
            <a:extLst>
              <a:ext uri="{FF2B5EF4-FFF2-40B4-BE49-F238E27FC236}">
                <a16:creationId xmlns:a16="http://schemas.microsoft.com/office/drawing/2014/main" id="{FFC7C761-D0B6-4D73-BE09-31EBFC468ABB}"/>
              </a:ext>
            </a:extLst>
          </p:cNvPr>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21" name="Footer Placeholder 4">
            <a:extLst>
              <a:ext uri="{FF2B5EF4-FFF2-40B4-BE49-F238E27FC236}">
                <a16:creationId xmlns:a16="http://schemas.microsoft.com/office/drawing/2014/main" id="{B78D776B-F275-4D7E-97A7-F9DEB5E0B7A2}"/>
              </a:ext>
            </a:extLst>
          </p:cNvPr>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22" name="Slide Number Placeholder 5">
            <a:extLst>
              <a:ext uri="{FF2B5EF4-FFF2-40B4-BE49-F238E27FC236}">
                <a16:creationId xmlns:a16="http://schemas.microsoft.com/office/drawing/2014/main" id="{31BF551A-E147-4CF1-AA87-75D34217678A}"/>
              </a:ext>
            </a:extLst>
          </p:cNvPr>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07409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337" y="286604"/>
            <a:ext cx="11777032" cy="90321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21792" y="1584338"/>
            <a:ext cx="11375576" cy="4284755"/>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616" y="6491668"/>
            <a:ext cx="2472271" cy="365125"/>
          </a:xfrm>
          <a:prstGeom prst="rect">
            <a:avLst/>
          </a:prstGeom>
        </p:spPr>
        <p:txBody>
          <a:bodyPr vert="horz" lIns="91440" tIns="45720" rIns="91440" bIns="45720" rtlCol="0" anchor="b"/>
          <a:lstStyle>
            <a:lvl1pPr algn="l">
              <a:defRPr sz="950">
                <a:solidFill>
                  <a:schemeClr val="tx1">
                    <a:lumMod val="75000"/>
                    <a:lumOff val="25000"/>
                  </a:schemeClr>
                </a:solidFill>
              </a:defRPr>
            </a:lvl1pPr>
          </a:lstStyle>
          <a:p>
            <a:r>
              <a:rPr lang="en-US"/>
              <a:t>June 2024</a:t>
            </a:r>
            <a:endParaRPr lang="en-US" dirty="0"/>
          </a:p>
        </p:txBody>
      </p:sp>
      <p:sp>
        <p:nvSpPr>
          <p:cNvPr id="5" name="Footer Placeholder 4"/>
          <p:cNvSpPr>
            <a:spLocks noGrp="1"/>
          </p:cNvSpPr>
          <p:nvPr>
            <p:ph type="ftr" sz="quarter" idx="3"/>
          </p:nvPr>
        </p:nvSpPr>
        <p:spPr>
          <a:xfrm>
            <a:off x="3697451" y="6483384"/>
            <a:ext cx="4822804" cy="365125"/>
          </a:xfrm>
          <a:prstGeom prst="rect">
            <a:avLst/>
          </a:prstGeom>
        </p:spPr>
        <p:txBody>
          <a:bodyPr vert="horz" lIns="91440" tIns="45720" rIns="91440" bIns="45720" rtlCol="0" anchor="b"/>
          <a:lstStyle>
            <a:lvl1pPr algn="ctr">
              <a:defRPr sz="950" cap="none" baseline="0">
                <a:solidFill>
                  <a:schemeClr val="tx1">
                    <a:lumMod val="75000"/>
                    <a:lumOff val="25000"/>
                  </a:schemeClr>
                </a:solidFill>
              </a:defRPr>
            </a:lvl1pPr>
          </a:lstStyle>
          <a:p>
            <a:r>
              <a:rPr lang="en-US"/>
              <a:t>Copyright © 2021-2024 LEAP. All rights reserved</a:t>
            </a:r>
            <a:endParaRPr lang="en-IN" dirty="0"/>
          </a:p>
        </p:txBody>
      </p:sp>
      <p:sp>
        <p:nvSpPr>
          <p:cNvPr id="6" name="Slide Number Placeholder 5"/>
          <p:cNvSpPr>
            <a:spLocks noGrp="1"/>
          </p:cNvSpPr>
          <p:nvPr>
            <p:ph type="sldNum" sz="quarter" idx="4"/>
          </p:nvPr>
        </p:nvSpPr>
        <p:spPr>
          <a:xfrm>
            <a:off x="10792715" y="6497133"/>
            <a:ext cx="1312025" cy="365125"/>
          </a:xfrm>
          <a:prstGeom prst="rect">
            <a:avLst/>
          </a:prstGeom>
        </p:spPr>
        <p:txBody>
          <a:bodyPr vert="horz" lIns="91440" tIns="45720" rIns="91440" bIns="45720" rtlCol="0" anchor="b"/>
          <a:lstStyle>
            <a:lvl1pPr algn="r">
              <a:defRPr sz="950">
                <a:solidFill>
                  <a:schemeClr val="tx1">
                    <a:lumMod val="75000"/>
                    <a:lumOff val="25000"/>
                  </a:schemeClr>
                </a:solidFill>
              </a:defRPr>
            </a:lvl1pPr>
          </a:lstStyle>
          <a:p>
            <a:fld id="{3A98EE3D-8CD1-4C3F-BD1C-C98C9596463C}" type="slidenum">
              <a:rPr lang="en-US" smtClean="0"/>
              <a:pPr/>
              <a:t>‹#›</a:t>
            </a:fld>
            <a:endParaRPr lang="en-US" dirty="0"/>
          </a:p>
        </p:txBody>
      </p:sp>
      <p:cxnSp>
        <p:nvCxnSpPr>
          <p:cNvPr id="10" name="Straight Connector 9"/>
          <p:cNvCxnSpPr>
            <a:cxnSpLocks/>
          </p:cNvCxnSpPr>
          <p:nvPr userDrawn="1"/>
        </p:nvCxnSpPr>
        <p:spPr>
          <a:xfrm>
            <a:off x="220337" y="1198018"/>
            <a:ext cx="11777032" cy="0"/>
          </a:xfrm>
          <a:prstGeom prst="line">
            <a:avLst/>
          </a:prstGeom>
          <a:ln>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15" name="Picture 14">
            <a:extLst>
              <a:ext uri="{FF2B5EF4-FFF2-40B4-BE49-F238E27FC236}">
                <a16:creationId xmlns:a16="http://schemas.microsoft.com/office/drawing/2014/main" id="{1992EFFD-7FCA-475B-A31B-080D54DC8EB2}"/>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337955" y="138037"/>
            <a:ext cx="767329" cy="371288"/>
          </a:xfrm>
          <a:prstGeom prst="rect">
            <a:avLst/>
          </a:prstGeom>
        </p:spPr>
      </p:pic>
      <p:pic>
        <p:nvPicPr>
          <p:cNvPr id="16" name="Picture 15">
            <a:extLst>
              <a:ext uri="{FF2B5EF4-FFF2-40B4-BE49-F238E27FC236}">
                <a16:creationId xmlns:a16="http://schemas.microsoft.com/office/drawing/2014/main" id="{7C851AE8-A026-423D-B4E7-39D6EBD4462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825886" y="53681"/>
            <a:ext cx="540000" cy="540000"/>
          </a:xfrm>
          <a:prstGeom prst="rect">
            <a:avLst/>
          </a:prstGeom>
        </p:spPr>
      </p:pic>
    </p:spTree>
    <p:extLst>
      <p:ext uri="{BB962C8B-B14F-4D97-AF65-F5344CB8AC3E}">
        <p14:creationId xmlns:p14="http://schemas.microsoft.com/office/powerpoint/2010/main" val="2159390285"/>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6" r:id="rId10"/>
    <p:sldLayoutId id="2147483784" r:id="rId11"/>
    <p:sldLayoutId id="2147483785" r:id="rId12"/>
  </p:sldLayoutIdLst>
  <p:hf hdr="0"/>
  <p:txStyles>
    <p:titleStyle>
      <a:lvl1pPr algn="l" defTabSz="914400" rtl="0" eaLnBrk="1" latinLnBrk="0" hangingPunct="1">
        <a:lnSpc>
          <a:spcPct val="85000"/>
        </a:lnSpc>
        <a:spcBef>
          <a:spcPct val="0"/>
        </a:spcBef>
        <a:buNone/>
        <a:defRPr sz="3200" b="1" kern="1200" spc="-50" baseline="0">
          <a:solidFill>
            <a:schemeClr val="accent2">
              <a:lumMod val="7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539750" indent="-339725" algn="l" defTabSz="914400" rtl="0" eaLnBrk="1" latinLnBrk="0" hangingPunct="1">
        <a:lnSpc>
          <a:spcPct val="90000"/>
        </a:lnSpc>
        <a:spcBef>
          <a:spcPts val="200"/>
        </a:spcBef>
        <a:spcAft>
          <a:spcPts val="400"/>
        </a:spcAft>
        <a:buClr>
          <a:schemeClr val="tx1">
            <a:lumMod val="75000"/>
            <a:lumOff val="25000"/>
          </a:schemeClr>
        </a:buClr>
        <a:buSzPct val="100000"/>
        <a:buFont typeface="Arial" panose="020B0604020202020204" pitchFamily="34" charset="0"/>
        <a:buChar char="•"/>
        <a:defRPr sz="2400" kern="1200">
          <a:solidFill>
            <a:schemeClr val="tx1">
              <a:lumMod val="75000"/>
              <a:lumOff val="25000"/>
            </a:schemeClr>
          </a:solidFill>
          <a:latin typeface="+mn-lt"/>
          <a:ea typeface="+mn-ea"/>
          <a:cs typeface="+mn-cs"/>
        </a:defRPr>
      </a:lvl2pPr>
      <a:lvl3pPr marL="804863" indent="-265113" algn="l" defTabSz="914400" rtl="0" eaLnBrk="1" latinLnBrk="0" hangingPunct="1">
        <a:lnSpc>
          <a:spcPct val="90000"/>
        </a:lnSpc>
        <a:spcBef>
          <a:spcPts val="200"/>
        </a:spcBef>
        <a:spcAft>
          <a:spcPts val="400"/>
        </a:spcAft>
        <a:buClr>
          <a:schemeClr val="tx1">
            <a:lumMod val="75000"/>
            <a:lumOff val="25000"/>
          </a:schemeClr>
        </a:buClr>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079500" indent="-274638" algn="l" defTabSz="914400" rtl="0" eaLnBrk="1" latinLnBrk="0" hangingPunct="1">
        <a:lnSpc>
          <a:spcPct val="90000"/>
        </a:lnSpc>
        <a:spcBef>
          <a:spcPts val="200"/>
        </a:spcBef>
        <a:spcAft>
          <a:spcPts val="400"/>
        </a:spcAft>
        <a:buClr>
          <a:schemeClr val="tx1">
            <a:lumMod val="75000"/>
            <a:lumOff val="25000"/>
          </a:schemeClr>
        </a:buClr>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344613" indent="-265113" algn="l" defTabSz="914400" rtl="0" eaLnBrk="1" latinLnBrk="0" hangingPunct="1">
        <a:lnSpc>
          <a:spcPct val="90000"/>
        </a:lnSpc>
        <a:spcBef>
          <a:spcPts val="200"/>
        </a:spcBef>
        <a:spcAft>
          <a:spcPts val="400"/>
        </a:spcAft>
        <a:buClr>
          <a:schemeClr val="tx1">
            <a:lumMod val="75000"/>
            <a:lumOff val="25000"/>
          </a:schemeClr>
        </a:buClr>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lectroduino.com/smart-street-light-system-using-ir-sensor-and-arduino/?utm_source=chatgpt.co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slideshare.net/ChethanMp7/smart-street-light-system-248536629?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ftr" idx="10"/>
          </p:nvPr>
        </p:nvSpPr>
        <p:spPr>
          <a:xfrm>
            <a:off x="3697560" y="6483240"/>
            <a:ext cx="4817160" cy="359280"/>
          </a:xfrm>
          <a:prstGeom prst="rect">
            <a:avLst/>
          </a:prstGeom>
          <a:noFill/>
          <a:ln w="0">
            <a:noFill/>
          </a:ln>
        </p:spPr>
        <p:txBody>
          <a:bodyPr lIns="90000" tIns="45000" rIns="90000" bIns="45000" anchor="b">
            <a:noAutofit/>
          </a:bodyPr>
          <a:lstStyle>
            <a:lvl1pPr algn="ctr">
              <a:lnSpc>
                <a:spcPct val="100000"/>
              </a:lnSpc>
              <a:buNone/>
              <a:defRPr lang="en-US" sz="950" b="0" strike="noStrike" spc="-1">
                <a:solidFill>
                  <a:srgbClr val="707070"/>
                </a:solidFill>
                <a:latin typeface="Calibri"/>
                <a:ea typeface="DejaVu Sans"/>
              </a:defRPr>
            </a:lvl1pPr>
          </a:lstStyle>
          <a:p>
            <a:pPr algn="ctr">
              <a:lnSpc>
                <a:spcPct val="100000"/>
              </a:lnSpc>
              <a:buNone/>
            </a:pPr>
            <a:r>
              <a:rPr lang="en-US" sz="950" b="0" strike="noStrike" spc="-1">
                <a:solidFill>
                  <a:srgbClr val="707070"/>
                </a:solidFill>
                <a:latin typeface="Calibri"/>
                <a:ea typeface="DejaVu Sans"/>
              </a:rPr>
              <a:t>Copyright © 2021-2024 LEAP. All rights reserved</a:t>
            </a:r>
            <a:endParaRPr lang="en-IN" sz="950" b="0" strike="noStrike" spc="-1">
              <a:latin typeface="Times New Roman"/>
            </a:endParaRPr>
          </a:p>
        </p:txBody>
      </p:sp>
      <p:sp>
        <p:nvSpPr>
          <p:cNvPr id="95" name="PlaceHolder 2"/>
          <p:cNvSpPr>
            <a:spLocks noGrp="1"/>
          </p:cNvSpPr>
          <p:nvPr>
            <p:ph type="title"/>
          </p:nvPr>
        </p:nvSpPr>
        <p:spPr>
          <a:xfrm>
            <a:off x="525499" y="15481"/>
            <a:ext cx="11141001" cy="1122360"/>
          </a:xfrm>
          <a:prstGeom prst="rect">
            <a:avLst/>
          </a:prstGeom>
          <a:noFill/>
          <a:ln w="0">
            <a:noFill/>
          </a:ln>
        </p:spPr>
        <p:txBody>
          <a:bodyPr lIns="90000" tIns="0" rIns="90000" bIns="0" anchor="b">
            <a:noAutofit/>
          </a:bodyPr>
          <a:lstStyle/>
          <a:p>
            <a:pPr algn="ctr">
              <a:lnSpc>
                <a:spcPct val="85000"/>
              </a:lnSpc>
              <a:buNone/>
            </a:pPr>
            <a:br>
              <a:rPr sz="4000" dirty="0"/>
            </a:br>
            <a:br>
              <a:rPr sz="4000" dirty="0"/>
            </a:br>
            <a:r>
              <a:rPr lang="en-US" b="1" strike="noStrike" spc="-52" dirty="0">
                <a:solidFill>
                  <a:srgbClr val="1C6295"/>
                </a:solidFill>
                <a:latin typeface="Calibri Light"/>
                <a:ea typeface="DejaVu Sans"/>
              </a:rPr>
              <a:t>LP201 Practicum for Innovative Engineering</a:t>
            </a:r>
            <a:br>
              <a:rPr lang="en-US" sz="4400" b="1" strike="noStrike" spc="-52" dirty="0">
                <a:solidFill>
                  <a:srgbClr val="1C6295"/>
                </a:solidFill>
                <a:latin typeface="Calibri Light"/>
                <a:ea typeface="DejaVu Sans"/>
              </a:rPr>
            </a:br>
            <a:r>
              <a:rPr lang="en-US" sz="4000" b="1" strike="noStrike" spc="-52" dirty="0">
                <a:solidFill>
                  <a:srgbClr val="1C6295"/>
                </a:solidFill>
                <a:latin typeface="Calibri Light"/>
                <a:ea typeface="DejaVu Sans"/>
              </a:rPr>
              <a:t>Design Presentation Report</a:t>
            </a:r>
            <a:endParaRPr lang="en-IN" sz="4000" b="0" strike="noStrike" spc="-1" dirty="0">
              <a:highlight>
                <a:srgbClr val="FFFF00"/>
              </a:highlight>
              <a:latin typeface="Arial"/>
            </a:endParaRPr>
          </a:p>
        </p:txBody>
      </p:sp>
      <p:graphicFrame>
        <p:nvGraphicFramePr>
          <p:cNvPr id="96" name="Table 7"/>
          <p:cNvGraphicFramePr/>
          <p:nvPr>
            <p:extLst>
              <p:ext uri="{D42A27DB-BD31-4B8C-83A1-F6EECF244321}">
                <p14:modId xmlns:p14="http://schemas.microsoft.com/office/powerpoint/2010/main" val="4065051519"/>
              </p:ext>
            </p:extLst>
          </p:nvPr>
        </p:nvGraphicFramePr>
        <p:xfrm>
          <a:off x="1484664" y="2937282"/>
          <a:ext cx="8997840" cy="2377440"/>
        </p:xfrm>
        <a:graphic>
          <a:graphicData uri="http://schemas.openxmlformats.org/drawingml/2006/table">
            <a:tbl>
              <a:tblPr/>
              <a:tblGrid>
                <a:gridCol w="871200">
                  <a:extLst>
                    <a:ext uri="{9D8B030D-6E8A-4147-A177-3AD203B41FA5}">
                      <a16:colId xmlns:a16="http://schemas.microsoft.com/office/drawing/2014/main" val="20000"/>
                    </a:ext>
                  </a:extLst>
                </a:gridCol>
                <a:gridCol w="2728080">
                  <a:extLst>
                    <a:ext uri="{9D8B030D-6E8A-4147-A177-3AD203B41FA5}">
                      <a16:colId xmlns:a16="http://schemas.microsoft.com/office/drawing/2014/main" val="20001"/>
                    </a:ext>
                  </a:extLst>
                </a:gridCol>
                <a:gridCol w="1799640">
                  <a:extLst>
                    <a:ext uri="{9D8B030D-6E8A-4147-A177-3AD203B41FA5}">
                      <a16:colId xmlns:a16="http://schemas.microsoft.com/office/drawing/2014/main" val="20002"/>
                    </a:ext>
                  </a:extLst>
                </a:gridCol>
                <a:gridCol w="1799640">
                  <a:extLst>
                    <a:ext uri="{9D8B030D-6E8A-4147-A177-3AD203B41FA5}">
                      <a16:colId xmlns:a16="http://schemas.microsoft.com/office/drawing/2014/main" val="20003"/>
                    </a:ext>
                  </a:extLst>
                </a:gridCol>
                <a:gridCol w="1799280">
                  <a:extLst>
                    <a:ext uri="{9D8B030D-6E8A-4147-A177-3AD203B41FA5}">
                      <a16:colId xmlns:a16="http://schemas.microsoft.com/office/drawing/2014/main" val="20004"/>
                    </a:ext>
                  </a:extLst>
                </a:gridCol>
              </a:tblGrid>
              <a:tr h="370800">
                <a:tc>
                  <a:txBody>
                    <a:bodyPr/>
                    <a:lstStyle/>
                    <a:p>
                      <a:pPr algn="ctr">
                        <a:lnSpc>
                          <a:spcPct val="100000"/>
                        </a:lnSpc>
                        <a:buNone/>
                      </a:pPr>
                      <a:r>
                        <a:rPr lang="en-IN" sz="2000" b="1" strike="noStrike" spc="-1">
                          <a:solidFill>
                            <a:srgbClr val="FFFFFF"/>
                          </a:solidFill>
                          <a:latin typeface="Calibri"/>
                          <a:ea typeface="DejaVu Sans"/>
                        </a:rPr>
                        <a:t>S. No.</a:t>
                      </a:r>
                      <a:endParaRPr lang="en-IN" sz="20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dirty="0">
                          <a:solidFill>
                            <a:srgbClr val="FFFFFF"/>
                          </a:solidFill>
                          <a:latin typeface="Calibri"/>
                          <a:ea typeface="DejaVu Sans"/>
                        </a:rPr>
                        <a:t>Student Name</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a:solidFill>
                            <a:srgbClr val="FFFFFF"/>
                          </a:solidFill>
                          <a:latin typeface="Calibri"/>
                          <a:ea typeface="DejaVu Sans"/>
                        </a:rPr>
                        <a:t>Roll #</a:t>
                      </a:r>
                      <a:endParaRPr lang="en-IN" sz="20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a:solidFill>
                            <a:srgbClr val="FFFFFF"/>
                          </a:solidFill>
                          <a:latin typeface="Calibri"/>
                          <a:ea typeface="DejaVu Sans"/>
                        </a:rPr>
                        <a:t>Year of Study</a:t>
                      </a:r>
                      <a:endParaRPr lang="en-IN" sz="20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dirty="0">
                          <a:solidFill>
                            <a:srgbClr val="FFFFFF"/>
                          </a:solidFill>
                          <a:latin typeface="Calibri"/>
                          <a:ea typeface="DejaVu Sans"/>
                        </a:rPr>
                        <a:t>Department</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extLst>
                  <a:ext uri="{0D108BD9-81ED-4DB2-BD59-A6C34878D82A}">
                    <a16:rowId xmlns:a16="http://schemas.microsoft.com/office/drawing/2014/main" val="10000"/>
                  </a:ext>
                </a:extLst>
              </a:tr>
              <a:tr h="370800">
                <a:tc>
                  <a:txBody>
                    <a:bodyPr/>
                    <a:lstStyle/>
                    <a:p>
                      <a:pPr algn="ctr">
                        <a:lnSpc>
                          <a:spcPct val="100000"/>
                        </a:lnSpc>
                        <a:buNone/>
                      </a:pPr>
                      <a:r>
                        <a:rPr lang="en-IN" sz="2000" b="0" strike="noStrike" spc="-1" dirty="0">
                          <a:solidFill>
                            <a:srgbClr val="000000"/>
                          </a:solidFill>
                          <a:latin typeface="Calibri"/>
                          <a:ea typeface="DejaVu Sans"/>
                        </a:rPr>
                        <a:t>1</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r>
                        <a:rPr lang="en-IN" dirty="0"/>
                        <a:t>KAVIN PRASANNA K</a:t>
                      </a:r>
                      <a:endParaRPr lang="en-US" dirty="0"/>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r>
                        <a:rPr lang="en-IN" dirty="0"/>
                        <a:t>411723205023</a:t>
                      </a:r>
                      <a:endParaRPr lang="en-US" dirty="0"/>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ctr"/>
                      <a:r>
                        <a:rPr lang="en-US" dirty="0"/>
                        <a:t>II</a:t>
                      </a: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ctr"/>
                      <a:r>
                        <a:rPr lang="en-US" dirty="0"/>
                        <a:t>IT</a:t>
                      </a: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70800">
                <a:tc>
                  <a:txBody>
                    <a:bodyPr/>
                    <a:lstStyle/>
                    <a:p>
                      <a:pPr algn="ctr">
                        <a:lnSpc>
                          <a:spcPct val="100000"/>
                        </a:lnSpc>
                        <a:buNone/>
                      </a:pPr>
                      <a:r>
                        <a:rPr lang="en-IN" sz="2000" b="0" strike="noStrike" spc="-1" dirty="0">
                          <a:solidFill>
                            <a:srgbClr val="000000"/>
                          </a:solidFill>
                          <a:latin typeface="Calibri"/>
                          <a:ea typeface="DejaVu Sans"/>
                        </a:rPr>
                        <a:t>2</a:t>
                      </a:r>
                      <a:endParaRPr lang="en-IN" sz="2000" b="0" strike="noStrike" spc="-1" dirty="0">
                        <a:latin typeface="Arial"/>
                      </a:endParaRPr>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r>
                        <a:rPr lang="en-IN" dirty="0"/>
                        <a:t>KAVIYA K</a:t>
                      </a:r>
                      <a:endParaRPr lang="en-US" dirty="0"/>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r>
                        <a:rPr lang="en-IN" dirty="0"/>
                        <a:t>411723205024</a:t>
                      </a:r>
                      <a:endParaRPr lang="en-US" dirty="0"/>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rPr>
                        <a:t>II</a:t>
                      </a:r>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pPr algn="ctr"/>
                      <a:r>
                        <a:rPr lang="en-US" dirty="0"/>
                        <a:t>IT</a:t>
                      </a:r>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extLst>
                  <a:ext uri="{0D108BD9-81ED-4DB2-BD59-A6C34878D82A}">
                    <a16:rowId xmlns:a16="http://schemas.microsoft.com/office/drawing/2014/main" val="10002"/>
                  </a:ext>
                </a:extLst>
              </a:tr>
              <a:tr h="370800">
                <a:tc>
                  <a:txBody>
                    <a:bodyPr/>
                    <a:lstStyle/>
                    <a:p>
                      <a:pPr algn="ctr">
                        <a:lnSpc>
                          <a:spcPct val="100000"/>
                        </a:lnSpc>
                        <a:buNone/>
                      </a:pPr>
                      <a:r>
                        <a:rPr lang="en-IN" sz="2000" b="0" strike="noStrike" spc="-1" dirty="0">
                          <a:solidFill>
                            <a:srgbClr val="000000"/>
                          </a:solidFill>
                          <a:latin typeface="Calibri"/>
                          <a:ea typeface="DejaVu Sans"/>
                        </a:rPr>
                        <a:t>3</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ANUSHA M</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411723205005</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rPr>
                        <a:t>II</a:t>
                      </a:r>
                      <a:endParaRPr kumimoji="0" lang="en-US" sz="1800" b="0" i="0" u="none" strike="noStrike" kern="1200" cap="none" spc="0" normalizeH="0" baseline="0" noProof="0" dirty="0">
                        <a:ln>
                          <a:noFill/>
                        </a:ln>
                        <a:solidFill>
                          <a:prstClr val="black"/>
                        </a:solidFill>
                        <a:effectLst/>
                        <a:uLnTx/>
                        <a:uFillTx/>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r>
                        <a:rPr lang="en-US" dirty="0"/>
                        <a:t>IT</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370800">
                <a:tc>
                  <a:txBody>
                    <a:bodyPr/>
                    <a:lstStyle/>
                    <a:p>
                      <a:pPr algn="ctr">
                        <a:lnSpc>
                          <a:spcPct val="100000"/>
                        </a:lnSpc>
                        <a:buNone/>
                      </a:pPr>
                      <a:r>
                        <a:rPr lang="en-IN" sz="2000" b="0" strike="noStrike" spc="-1" dirty="0">
                          <a:solidFill>
                            <a:srgbClr val="000000"/>
                          </a:solidFill>
                          <a:latin typeface="Calibri"/>
                          <a:ea typeface="DejaVu Sans"/>
                        </a:rPr>
                        <a:t>4</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VIVEKA M</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411723106089</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rPr>
                        <a:t>II</a:t>
                      </a:r>
                      <a:endParaRPr kumimoji="0" lang="en-US" sz="1800" b="0" i="0" u="none" strike="noStrike" kern="1200" cap="none" spc="0" normalizeH="0" baseline="0" noProof="0" dirty="0">
                        <a:ln>
                          <a:noFill/>
                        </a:ln>
                        <a:solidFill>
                          <a:prstClr val="black"/>
                        </a:solidFill>
                        <a:effectLst/>
                        <a:uLnTx/>
                        <a:uFillTx/>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r>
                        <a:rPr lang="en-US" dirty="0"/>
                        <a:t>ECE</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370800">
                <a:tc>
                  <a:txBody>
                    <a:bodyPr/>
                    <a:lstStyle/>
                    <a:p>
                      <a:pPr algn="ctr">
                        <a:lnSpc>
                          <a:spcPct val="100000"/>
                        </a:lnSpc>
                        <a:buNone/>
                      </a:pPr>
                      <a:r>
                        <a:rPr lang="en-IN" sz="2000" b="0" strike="noStrike" spc="-1" dirty="0">
                          <a:solidFill>
                            <a:srgbClr val="000000"/>
                          </a:solidFill>
                          <a:latin typeface="Calibri"/>
                          <a:ea typeface="DejaVu Sans"/>
                        </a:rPr>
                        <a:t>5</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SHREEDHAR G</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IN" dirty="0"/>
                        <a:t>411723106078</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rPr>
                        <a:t>II</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r>
                        <a:rPr lang="en-US" dirty="0"/>
                        <a:t>ECE</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bl>
          </a:graphicData>
        </a:graphic>
      </p:graphicFrame>
      <p:sp>
        <p:nvSpPr>
          <p:cNvPr id="97" name="TextBox 8"/>
          <p:cNvSpPr/>
          <p:nvPr/>
        </p:nvSpPr>
        <p:spPr>
          <a:xfrm>
            <a:off x="254880" y="1919370"/>
            <a:ext cx="2682630"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z="2400" b="1" strike="noStrike" spc="-1" dirty="0">
                <a:solidFill>
                  <a:srgbClr val="404040"/>
                </a:solidFill>
                <a:latin typeface="Calibri"/>
                <a:ea typeface="DejaVu Sans"/>
              </a:rPr>
              <a:t>Team Number</a:t>
            </a:r>
            <a:r>
              <a:rPr lang="en-US" sz="2400" b="0" strike="noStrike" spc="-1" dirty="0">
                <a:solidFill>
                  <a:srgbClr val="404040"/>
                </a:solidFill>
                <a:latin typeface="Calibri"/>
                <a:ea typeface="DejaVu Sans"/>
              </a:rPr>
              <a:t>:  10 </a:t>
            </a:r>
            <a:endParaRPr lang="en-IN" sz="2400" b="0" strike="noStrike" spc="-1" dirty="0">
              <a:latin typeface="Arial"/>
            </a:endParaRPr>
          </a:p>
        </p:txBody>
      </p:sp>
      <p:graphicFrame>
        <p:nvGraphicFramePr>
          <p:cNvPr id="98" name="Table 5"/>
          <p:cNvGraphicFramePr/>
          <p:nvPr>
            <p:extLst>
              <p:ext uri="{D42A27DB-BD31-4B8C-83A1-F6EECF244321}">
                <p14:modId xmlns:p14="http://schemas.microsoft.com/office/powerpoint/2010/main" val="2216559613"/>
              </p:ext>
            </p:extLst>
          </p:nvPr>
        </p:nvGraphicFramePr>
        <p:xfrm>
          <a:off x="1484664" y="5509701"/>
          <a:ext cx="8997840" cy="1137840"/>
        </p:xfrm>
        <a:graphic>
          <a:graphicData uri="http://schemas.openxmlformats.org/drawingml/2006/table">
            <a:tbl>
              <a:tblPr/>
              <a:tblGrid>
                <a:gridCol w="962280">
                  <a:extLst>
                    <a:ext uri="{9D8B030D-6E8A-4147-A177-3AD203B41FA5}">
                      <a16:colId xmlns:a16="http://schemas.microsoft.com/office/drawing/2014/main" val="20000"/>
                    </a:ext>
                  </a:extLst>
                </a:gridCol>
                <a:gridCol w="4439880">
                  <a:extLst>
                    <a:ext uri="{9D8B030D-6E8A-4147-A177-3AD203B41FA5}">
                      <a16:colId xmlns:a16="http://schemas.microsoft.com/office/drawing/2014/main" val="20001"/>
                    </a:ext>
                  </a:extLst>
                </a:gridCol>
                <a:gridCol w="3595680">
                  <a:extLst>
                    <a:ext uri="{9D8B030D-6E8A-4147-A177-3AD203B41FA5}">
                      <a16:colId xmlns:a16="http://schemas.microsoft.com/office/drawing/2014/main" val="20002"/>
                    </a:ext>
                  </a:extLst>
                </a:gridCol>
              </a:tblGrid>
              <a:tr h="370800">
                <a:tc>
                  <a:txBody>
                    <a:bodyPr/>
                    <a:lstStyle/>
                    <a:p>
                      <a:pPr algn="ctr">
                        <a:lnSpc>
                          <a:spcPct val="100000"/>
                        </a:lnSpc>
                        <a:buNone/>
                      </a:pPr>
                      <a:r>
                        <a:rPr lang="en-IN" sz="2000" b="1" strike="noStrike" spc="-1">
                          <a:solidFill>
                            <a:srgbClr val="FFFFFF"/>
                          </a:solidFill>
                          <a:latin typeface="Calibri"/>
                          <a:ea typeface="DejaVu Sans"/>
                        </a:rPr>
                        <a:t>S. No.</a:t>
                      </a:r>
                      <a:endParaRPr lang="en-IN" sz="20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a:solidFill>
                            <a:srgbClr val="FFFFFF"/>
                          </a:solidFill>
                          <a:latin typeface="Calibri"/>
                          <a:ea typeface="DejaVu Sans"/>
                        </a:rPr>
                        <a:t>Faculty Name</a:t>
                      </a:r>
                      <a:endParaRPr lang="en-IN" sz="20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tc>
                  <a:txBody>
                    <a:bodyPr/>
                    <a:lstStyle/>
                    <a:p>
                      <a:pPr algn="ctr">
                        <a:lnSpc>
                          <a:spcPct val="100000"/>
                        </a:lnSpc>
                        <a:buNone/>
                      </a:pPr>
                      <a:r>
                        <a:rPr lang="en-IN" sz="2000" b="1" strike="noStrike" spc="-1" dirty="0">
                          <a:solidFill>
                            <a:srgbClr val="FFFFFF"/>
                          </a:solidFill>
                          <a:latin typeface="Calibri"/>
                          <a:ea typeface="DejaVu Sans"/>
                        </a:rPr>
                        <a:t>Department</a:t>
                      </a:r>
                      <a:endParaRPr lang="en-IN" sz="2000" b="0" strike="noStrike" spc="-1" dirty="0">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3465A4"/>
                    </a:solidFill>
                  </a:tcPr>
                </a:tc>
                <a:extLst>
                  <a:ext uri="{0D108BD9-81ED-4DB2-BD59-A6C34878D82A}">
                    <a16:rowId xmlns:a16="http://schemas.microsoft.com/office/drawing/2014/main" val="10000"/>
                  </a:ext>
                </a:extLst>
              </a:tr>
              <a:tr h="370800">
                <a:tc>
                  <a:txBody>
                    <a:bodyPr/>
                    <a:lstStyle/>
                    <a:p>
                      <a:pPr algn="ctr"/>
                      <a:r>
                        <a:rPr lang="en-US" dirty="0"/>
                        <a:t>1.</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l"/>
                      <a:r>
                        <a:rPr lang="en-US" dirty="0" err="1"/>
                        <a:t>Velusudha</a:t>
                      </a: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l"/>
                      <a:r>
                        <a:rPr lang="en-US" dirty="0"/>
                        <a:t>ECE</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370800">
                <a:tc>
                  <a:txBody>
                    <a:bodyPr/>
                    <a:lstStyle/>
                    <a:p>
                      <a:endParaRPr lang="en-US" dirty="0"/>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extLst>
                  <a:ext uri="{0D108BD9-81ED-4DB2-BD59-A6C34878D82A}">
                    <a16:rowId xmlns:a16="http://schemas.microsoft.com/office/drawing/2014/main" val="10002"/>
                  </a:ext>
                </a:extLst>
              </a:tr>
            </a:tbl>
          </a:graphicData>
        </a:graphic>
      </p:graphicFrame>
      <p:sp>
        <p:nvSpPr>
          <p:cNvPr id="2" name="TextBox 8">
            <a:extLst>
              <a:ext uri="{FF2B5EF4-FFF2-40B4-BE49-F238E27FC236}">
                <a16:creationId xmlns:a16="http://schemas.microsoft.com/office/drawing/2014/main" id="{FFAD7F76-00BA-BDCB-32AE-8949D43EF23B}"/>
              </a:ext>
            </a:extLst>
          </p:cNvPr>
          <p:cNvSpPr/>
          <p:nvPr/>
        </p:nvSpPr>
        <p:spPr>
          <a:xfrm>
            <a:off x="254880" y="2379581"/>
            <a:ext cx="7450347"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z="2400" b="1" spc="-1" dirty="0">
                <a:solidFill>
                  <a:srgbClr val="404040"/>
                </a:solidFill>
                <a:latin typeface="Calibri"/>
                <a:ea typeface="DejaVu Sans"/>
              </a:rPr>
              <a:t>College Name:  PSVP Engi College</a:t>
            </a:r>
            <a:r>
              <a:rPr lang="en-US" sz="2400" b="0" strike="noStrike" spc="-1" dirty="0">
                <a:solidFill>
                  <a:srgbClr val="404040"/>
                </a:solidFill>
                <a:latin typeface="Calibri"/>
                <a:ea typeface="DejaVu Sans"/>
              </a:rPr>
              <a:t> </a:t>
            </a:r>
            <a:endParaRPr lang="en-IN" sz="2400" b="0" strike="noStrike" spc="-1" dirty="0">
              <a:latin typeface="Arial"/>
            </a:endParaRPr>
          </a:p>
        </p:txBody>
      </p:sp>
      <p:sp>
        <p:nvSpPr>
          <p:cNvPr id="4" name="TextBox 8">
            <a:extLst>
              <a:ext uri="{FF2B5EF4-FFF2-40B4-BE49-F238E27FC236}">
                <a16:creationId xmlns:a16="http://schemas.microsoft.com/office/drawing/2014/main" id="{FC15B4BD-95A8-C119-1DD0-E3CB521D8BB3}"/>
              </a:ext>
            </a:extLst>
          </p:cNvPr>
          <p:cNvSpPr/>
          <p:nvPr/>
        </p:nvSpPr>
        <p:spPr>
          <a:xfrm>
            <a:off x="2854372" y="1183280"/>
            <a:ext cx="7113781" cy="82954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z="4800" b="1" strike="noStrike" spc="-1" dirty="0">
                <a:solidFill>
                  <a:srgbClr val="00B050"/>
                </a:solidFill>
                <a:latin typeface="Calibri"/>
                <a:ea typeface="DejaVu Sans"/>
              </a:rPr>
              <a:t> Smart Street Light Project</a:t>
            </a:r>
            <a:endParaRPr lang="en-IN" sz="4800" b="1" strike="noStrike" spc="-1" dirty="0">
              <a:solidFill>
                <a:srgbClr val="00B050"/>
              </a:solidFill>
              <a:latin typeface="Arial"/>
            </a:endParaRPr>
          </a:p>
        </p:txBody>
      </p:sp>
      <p:sp>
        <p:nvSpPr>
          <p:cNvPr id="5" name="TextBox 8">
            <a:extLst>
              <a:ext uri="{FF2B5EF4-FFF2-40B4-BE49-F238E27FC236}">
                <a16:creationId xmlns:a16="http://schemas.microsoft.com/office/drawing/2014/main" id="{BE5820D3-4E98-B18A-6144-8F7D279D9AEF}"/>
              </a:ext>
            </a:extLst>
          </p:cNvPr>
          <p:cNvSpPr/>
          <p:nvPr/>
        </p:nvSpPr>
        <p:spPr>
          <a:xfrm>
            <a:off x="7705227" y="2379580"/>
            <a:ext cx="3113843"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z="2400" b="1" spc="-1" dirty="0">
                <a:solidFill>
                  <a:srgbClr val="404040"/>
                </a:solidFill>
                <a:latin typeface="Calibri"/>
                <a:ea typeface="DejaVu Sans"/>
              </a:rPr>
              <a:t>Date of submission:</a:t>
            </a:r>
            <a:r>
              <a:rPr lang="en-US" sz="2400" b="0" strike="noStrike" spc="-1" dirty="0">
                <a:solidFill>
                  <a:srgbClr val="404040"/>
                </a:solidFill>
                <a:latin typeface="Calibri"/>
                <a:ea typeface="DejaVu Sans"/>
              </a:rPr>
              <a:t> </a:t>
            </a:r>
            <a:endParaRPr lang="en-IN" sz="2400" b="0" strike="noStrike" spc="-1" dirty="0">
              <a:latin typeface="Arial"/>
            </a:endParaRPr>
          </a:p>
        </p:txBody>
      </p:sp>
      <p:sp>
        <p:nvSpPr>
          <p:cNvPr id="3" name="Date Placeholder 2">
            <a:extLst>
              <a:ext uri="{FF2B5EF4-FFF2-40B4-BE49-F238E27FC236}">
                <a16:creationId xmlns:a16="http://schemas.microsoft.com/office/drawing/2014/main" id="{DF458221-2CAD-9F09-F2FF-DFA3622D16EF}"/>
              </a:ext>
            </a:extLst>
          </p:cNvPr>
          <p:cNvSpPr>
            <a:spLocks noGrp="1"/>
          </p:cNvSpPr>
          <p:nvPr>
            <p:ph type="dt" sz="half" idx="2"/>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AE51F25E-9F09-D1E6-1F2A-60C5AD8A4F3E}"/>
              </a:ext>
            </a:extLst>
          </p:cNvPr>
          <p:cNvSpPr>
            <a:spLocks noGrp="1"/>
          </p:cNvSpPr>
          <p:nvPr>
            <p:ph type="sldNum" sz="quarter" idx="4"/>
          </p:nvPr>
        </p:nvSpPr>
        <p:spPr/>
        <p:txBody>
          <a:bodyPr/>
          <a:lstStyle/>
          <a:p>
            <a:fld id="{3A98EE3D-8CD1-4C3F-BD1C-C98C9596463C}"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4DC83-53FA-4ED7-A6A0-2A7871B17B80}"/>
              </a:ext>
            </a:extLst>
          </p:cNvPr>
          <p:cNvSpPr>
            <a:spLocks noGrp="1"/>
          </p:cNvSpPr>
          <p:nvPr>
            <p:ph type="title"/>
          </p:nvPr>
        </p:nvSpPr>
        <p:spPr/>
        <p:txBody>
          <a:bodyPr/>
          <a:lstStyle/>
          <a:p>
            <a:r>
              <a:rPr lang="en-US"/>
              <a:t>Outline</a:t>
            </a:r>
            <a:endParaRPr lang="en-IN" dirty="0"/>
          </a:p>
        </p:txBody>
      </p:sp>
      <p:sp>
        <p:nvSpPr>
          <p:cNvPr id="26" name="Content Placeholder 25">
            <a:extLst>
              <a:ext uri="{FF2B5EF4-FFF2-40B4-BE49-F238E27FC236}">
                <a16:creationId xmlns:a16="http://schemas.microsoft.com/office/drawing/2014/main" id="{4AADE2A0-24BE-4988-B0CD-6BE4D3B50308}"/>
              </a:ext>
            </a:extLst>
          </p:cNvPr>
          <p:cNvSpPr>
            <a:spLocks noGrp="1"/>
          </p:cNvSpPr>
          <p:nvPr>
            <p:ph idx="1"/>
          </p:nvPr>
        </p:nvSpPr>
        <p:spPr/>
        <p:txBody>
          <a:bodyPr/>
          <a:lstStyle/>
          <a:p>
            <a:pPr marL="657225" lvl="1" indent="-457200">
              <a:buFont typeface="+mj-lt"/>
              <a:buAutoNum type="arabicPeriod"/>
            </a:pPr>
            <a:r>
              <a:rPr lang="en-US" dirty="0"/>
              <a:t>Problem Statement</a:t>
            </a:r>
          </a:p>
          <a:p>
            <a:pPr marL="657225" lvl="1" indent="-457200">
              <a:buFont typeface="+mj-lt"/>
              <a:buAutoNum type="arabicPeriod"/>
            </a:pPr>
            <a:r>
              <a:rPr lang="en-US" dirty="0"/>
              <a:t>Designs options</a:t>
            </a:r>
          </a:p>
          <a:p>
            <a:pPr marL="657225" lvl="1" indent="-457200">
              <a:buFont typeface="+mj-lt"/>
              <a:buAutoNum type="arabicPeriod"/>
            </a:pPr>
            <a:r>
              <a:rPr lang="en-US" dirty="0"/>
              <a:t>Selected Design</a:t>
            </a:r>
          </a:p>
          <a:p>
            <a:pPr marL="657225" lvl="1" indent="-457200">
              <a:buFont typeface="+mj-lt"/>
              <a:buAutoNum type="arabicPeriod"/>
            </a:pPr>
            <a:r>
              <a:rPr lang="en-US" dirty="0"/>
              <a:t>Block Diagram</a:t>
            </a:r>
          </a:p>
          <a:p>
            <a:pPr marL="657225" lvl="1" indent="-457200">
              <a:buFont typeface="+mj-lt"/>
              <a:buAutoNum type="arabicPeriod"/>
            </a:pPr>
            <a:r>
              <a:rPr lang="en-US" dirty="0"/>
              <a:t>Bill of Material and Cost estimates</a:t>
            </a:r>
          </a:p>
          <a:p>
            <a:pPr marL="657225" lvl="1" indent="-457200">
              <a:buFont typeface="+mj-lt"/>
              <a:buAutoNum type="arabicPeriod"/>
            </a:pPr>
            <a:r>
              <a:rPr lang="en-US" dirty="0"/>
              <a:t>Gantt Chart – Project Plan</a:t>
            </a:r>
          </a:p>
          <a:p>
            <a:pPr marL="657225" lvl="1" indent="-457200">
              <a:buFont typeface="+mj-lt"/>
              <a:buAutoNum type="arabicPeriod"/>
            </a:pPr>
            <a:r>
              <a:rPr lang="en-US" dirty="0"/>
              <a:t>Open Issues</a:t>
            </a:r>
          </a:p>
          <a:p>
            <a:pPr marL="657225" lvl="1" indent="-457200">
              <a:buFont typeface="+mj-lt"/>
              <a:buAutoNum type="arabicPeriod"/>
            </a:pPr>
            <a:r>
              <a:rPr lang="en-US" dirty="0"/>
              <a:t>References</a:t>
            </a:r>
          </a:p>
          <a:p>
            <a:pPr lvl="1"/>
            <a:endParaRPr lang="en-US" dirty="0"/>
          </a:p>
        </p:txBody>
      </p:sp>
      <p:sp>
        <p:nvSpPr>
          <p:cNvPr id="5" name="Date Placeholder 4">
            <a:extLst>
              <a:ext uri="{FF2B5EF4-FFF2-40B4-BE49-F238E27FC236}">
                <a16:creationId xmlns:a16="http://schemas.microsoft.com/office/drawing/2014/main" id="{907E9E89-2636-435C-8592-BB58CA3C28D8}"/>
              </a:ext>
            </a:extLst>
          </p:cNvPr>
          <p:cNvSpPr>
            <a:spLocks noGrp="1"/>
          </p:cNvSpPr>
          <p:nvPr>
            <p:ph type="dt" sz="half" idx="2"/>
          </p:nvPr>
        </p:nvSpPr>
        <p:spPr/>
        <p:txBody>
          <a:bodyPr/>
          <a:lstStyle/>
          <a:p>
            <a:r>
              <a:rPr lang="en-US"/>
              <a:t>June 2024</a:t>
            </a:r>
            <a:endParaRPr lang="en-US" dirty="0"/>
          </a:p>
        </p:txBody>
      </p:sp>
      <p:sp>
        <p:nvSpPr>
          <p:cNvPr id="4" name="Footer Placeholder 3">
            <a:extLst>
              <a:ext uri="{FF2B5EF4-FFF2-40B4-BE49-F238E27FC236}">
                <a16:creationId xmlns:a16="http://schemas.microsoft.com/office/drawing/2014/main" id="{19E866E6-B335-462D-BE96-83F273CD17A8}"/>
              </a:ext>
            </a:extLst>
          </p:cNvPr>
          <p:cNvSpPr>
            <a:spLocks noGrp="1"/>
          </p:cNvSpPr>
          <p:nvPr>
            <p:ph type="ftr" sz="quarter" idx="3"/>
          </p:nvPr>
        </p:nvSpPr>
        <p:spPr/>
        <p:txBody>
          <a:bodyPr/>
          <a:lstStyle/>
          <a:p>
            <a:r>
              <a:rPr lang="en-US"/>
              <a:t>Copyright © 2021-2024 LEAP. All rights reserved</a:t>
            </a:r>
            <a:endParaRPr lang="en-US" dirty="0"/>
          </a:p>
        </p:txBody>
      </p:sp>
      <p:sp>
        <p:nvSpPr>
          <p:cNvPr id="3" name="Slide Number Placeholder 2"/>
          <p:cNvSpPr>
            <a:spLocks noGrp="1"/>
          </p:cNvSpPr>
          <p:nvPr>
            <p:ph type="sldNum" sz="quarter" idx="4"/>
          </p:nvPr>
        </p:nvSpPr>
        <p:spPr/>
        <p:txBody>
          <a:bodyPr/>
          <a:lstStyle/>
          <a:p>
            <a:fld id="{3A98EE3D-8CD1-4C3F-BD1C-C98C9596463C}" type="slidenum">
              <a:rPr lang="en-US" smtClean="0"/>
              <a:pPr/>
              <a:t>2</a:t>
            </a:fld>
            <a:endParaRPr lang="en-US" dirty="0"/>
          </a:p>
        </p:txBody>
      </p:sp>
    </p:spTree>
    <p:extLst>
      <p:ext uri="{BB962C8B-B14F-4D97-AF65-F5344CB8AC3E}">
        <p14:creationId xmlns:p14="http://schemas.microsoft.com/office/powerpoint/2010/main" val="3526744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337" y="352705"/>
            <a:ext cx="11777032" cy="826101"/>
          </a:xfrm>
        </p:spPr>
        <p:txBody>
          <a:bodyPr/>
          <a:lstStyle/>
          <a:p>
            <a:r>
              <a:rPr lang="en-US" dirty="0"/>
              <a:t>Problem Statement and Product</a:t>
            </a:r>
          </a:p>
        </p:txBody>
      </p:sp>
      <p:sp>
        <p:nvSpPr>
          <p:cNvPr id="8" name="Content Placeholder 7">
            <a:extLst>
              <a:ext uri="{FF2B5EF4-FFF2-40B4-BE49-F238E27FC236}">
                <a16:creationId xmlns:a16="http://schemas.microsoft.com/office/drawing/2014/main" id="{50AC2A7B-AB81-3621-8CFD-1A6183B2D1C1}"/>
              </a:ext>
            </a:extLst>
          </p:cNvPr>
          <p:cNvSpPr>
            <a:spLocks noGrp="1"/>
          </p:cNvSpPr>
          <p:nvPr>
            <p:ph idx="1"/>
          </p:nvPr>
        </p:nvSpPr>
        <p:spPr>
          <a:xfrm>
            <a:off x="621792" y="1584338"/>
            <a:ext cx="11375576" cy="4284755"/>
          </a:xfrm>
        </p:spPr>
        <p:txBody>
          <a:bodyPr>
            <a:normAutofit lnSpcReduction="10000"/>
          </a:bodyPr>
          <a:lstStyle/>
          <a:p>
            <a:pPr lvl="1"/>
            <a:r>
              <a:rPr lang="en-US" dirty="0"/>
              <a:t>Problem statement</a:t>
            </a:r>
          </a:p>
          <a:p>
            <a:pPr lvl="2"/>
            <a:r>
              <a:rPr lang="en-US" dirty="0"/>
              <a:t>Traditional street lighting systems operate continuously at full brightness, resulting in excessive energy consumption and higher maintenance costs. These systems lack adaptability to environmental conditions, often remaining on during bright daylight or at full intensity when no pedestrians or vehicles are present. This inefficiency not only wastes energy but also contributes to unnecessary expenses. The need for a smarter solution arises, where lights can automatically adjust their brightness based on ambient light levels and movement detection, ensuring energy savings without compromising safety and visibility.</a:t>
            </a:r>
          </a:p>
          <a:p>
            <a:pPr marL="539750" lvl="2" indent="0">
              <a:buNone/>
            </a:pPr>
            <a:endParaRPr lang="en-US" dirty="0"/>
          </a:p>
          <a:p>
            <a:pPr lvl="1"/>
            <a:r>
              <a:rPr lang="en-US" dirty="0"/>
              <a:t>Disciplines involved</a:t>
            </a:r>
          </a:p>
          <a:p>
            <a:pPr lvl="2"/>
            <a:r>
              <a:rPr lang="en-US" dirty="0"/>
              <a:t>This project involves Electrical Engineering for power management, Electronics Engineering for sensor integration, Computer Science for programming and IoT integration, Mechanical Engineering for structural design, Civil Engineering for installation planning, and Environmental Science for energy efficiency.</a:t>
            </a:r>
          </a:p>
          <a:p>
            <a:pPr lvl="2"/>
            <a:endParaRPr lang="en-US" dirty="0"/>
          </a:p>
        </p:txBody>
      </p:sp>
      <p:sp>
        <p:nvSpPr>
          <p:cNvPr id="5" name="Date Placeholder 4"/>
          <p:cNvSpPr>
            <a:spLocks noGrp="1"/>
          </p:cNvSpPr>
          <p:nvPr>
            <p:ph type="dt" sz="half" idx="2"/>
          </p:nvPr>
        </p:nvSpPr>
        <p:spPr>
          <a:xfrm>
            <a:off x="111616" y="6491668"/>
            <a:ext cx="2472271" cy="365125"/>
          </a:xfrm>
        </p:spPr>
        <p:txBody>
          <a:bodyPr/>
          <a:lstStyle/>
          <a:p>
            <a:r>
              <a:rPr lang="en-US"/>
              <a:t>June 2024</a:t>
            </a:r>
            <a:endParaRPr lang="en-US" dirty="0"/>
          </a:p>
        </p:txBody>
      </p:sp>
      <p:sp>
        <p:nvSpPr>
          <p:cNvPr id="6" name="Footer Placeholder 5"/>
          <p:cNvSpPr>
            <a:spLocks noGrp="1"/>
          </p:cNvSpPr>
          <p:nvPr>
            <p:ph type="ftr" sz="quarter" idx="3"/>
          </p:nvPr>
        </p:nvSpPr>
        <p:spPr>
          <a:xfrm>
            <a:off x="3697451" y="6483384"/>
            <a:ext cx="4822804" cy="365125"/>
          </a:xfrm>
        </p:spPr>
        <p:txBody>
          <a:bodyPr/>
          <a:lstStyle/>
          <a:p>
            <a:r>
              <a:rPr lang="en-US"/>
              <a:t>Copyright © 2021-2024 LEAP. All rights reserved</a:t>
            </a:r>
            <a:endParaRPr lang="en-IN" dirty="0"/>
          </a:p>
        </p:txBody>
      </p:sp>
      <p:sp>
        <p:nvSpPr>
          <p:cNvPr id="7" name="Slide Number Placeholder 6"/>
          <p:cNvSpPr>
            <a:spLocks noGrp="1"/>
          </p:cNvSpPr>
          <p:nvPr>
            <p:ph type="sldNum" sz="quarter" idx="4"/>
          </p:nvPr>
        </p:nvSpPr>
        <p:spPr>
          <a:xfrm>
            <a:off x="10792715" y="6497133"/>
            <a:ext cx="1312025" cy="365125"/>
          </a:xfrm>
        </p:spPr>
        <p:txBody>
          <a:bodyPr/>
          <a:lstStyle/>
          <a:p>
            <a:fld id="{3A98EE3D-8CD1-4C3F-BD1C-C98C9596463C}" type="slidenum">
              <a:rPr lang="en-US" smtClean="0"/>
              <a:pPr/>
              <a:t>3</a:t>
            </a:fld>
            <a:endParaRPr lang="en-US" dirty="0"/>
          </a:p>
        </p:txBody>
      </p:sp>
    </p:spTree>
    <p:extLst>
      <p:ext uri="{BB962C8B-B14F-4D97-AF65-F5344CB8AC3E}">
        <p14:creationId xmlns:p14="http://schemas.microsoft.com/office/powerpoint/2010/main" val="2910976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4"/>
          <p:cNvSpPr>
            <a:spLocks noGrp="1"/>
          </p:cNvSpPr>
          <p:nvPr>
            <p:ph type="title"/>
          </p:nvPr>
        </p:nvSpPr>
        <p:spPr>
          <a:xfrm>
            <a:off x="220337" y="352705"/>
            <a:ext cx="11777032" cy="826101"/>
          </a:xfrm>
          <a:noFill/>
          <a:ln w="0">
            <a:noFill/>
          </a:ln>
        </p:spPr>
        <p:txBody>
          <a:bodyPr lIns="90000" tIns="45000" rIns="90000" bIns="45000" anchor="b">
            <a:noAutofit/>
          </a:bodyPr>
          <a:lstStyle/>
          <a:p>
            <a:r>
              <a:rPr lang="en-US" dirty="0"/>
              <a:t>Design options</a:t>
            </a:r>
          </a:p>
        </p:txBody>
      </p:sp>
      <p:sp>
        <p:nvSpPr>
          <p:cNvPr id="119" name="PlaceHolder 5"/>
          <p:cNvSpPr>
            <a:spLocks noGrp="1"/>
          </p:cNvSpPr>
          <p:nvPr>
            <p:ph idx="1"/>
          </p:nvPr>
        </p:nvSpPr>
        <p:spPr>
          <a:xfrm>
            <a:off x="621792" y="1584338"/>
            <a:ext cx="11375576" cy="4284755"/>
          </a:xfrm>
          <a:noFill/>
          <a:ln w="0">
            <a:noFill/>
          </a:ln>
        </p:spPr>
        <p:txBody>
          <a:bodyPr lIns="0" tIns="45000" rIns="0" bIns="45000" anchor="t">
            <a:noAutofit/>
          </a:bodyPr>
          <a:lstStyle/>
          <a:p>
            <a:pPr lvl="1"/>
            <a:r>
              <a:rPr lang="en-IN" b="1" dirty="0"/>
              <a:t>Design option 1-Basic Sensor-Based System:</a:t>
            </a:r>
            <a:endParaRPr lang="en-US" b="1" dirty="0"/>
          </a:p>
          <a:p>
            <a:pPr lvl="1"/>
            <a:r>
              <a:rPr lang="en-US" sz="2000" dirty="0"/>
              <a:t>Uses an LDR (Light Dependent Resistor) for ambient light detection. </a:t>
            </a:r>
          </a:p>
          <a:p>
            <a:pPr lvl="1"/>
            <a:r>
              <a:rPr lang="en-US" sz="2000" dirty="0"/>
              <a:t>PIR (Passive Infrared) or ultrasonic sensors detect movement.</a:t>
            </a:r>
          </a:p>
          <a:p>
            <a:pPr lvl="1"/>
            <a:r>
              <a:rPr lang="en-US" sz="2000" dirty="0"/>
              <a:t>Simple microcontroller (e.g., Arduino) controls brightness levels.</a:t>
            </a:r>
            <a:r>
              <a:rPr lang="en-US" dirty="0"/>
              <a:t> </a:t>
            </a:r>
          </a:p>
          <a:p>
            <a:pPr lvl="1"/>
            <a:r>
              <a:rPr lang="en-US" sz="2000" dirty="0"/>
              <a:t>Low-cost  , Limited scalability and no remote monitoring </a:t>
            </a:r>
          </a:p>
          <a:p>
            <a:pPr lvl="1"/>
            <a:endParaRPr lang="en-US" sz="2000" dirty="0"/>
          </a:p>
          <a:p>
            <a:pPr lvl="1"/>
            <a:r>
              <a:rPr lang="en-IN" b="1" dirty="0"/>
              <a:t>Design option 2- IoT-Enabled System:</a:t>
            </a:r>
          </a:p>
          <a:p>
            <a:pPr lvl="1"/>
            <a:r>
              <a:rPr lang="en-US" sz="2000" dirty="0"/>
              <a:t>- Combines LDR, PIR sensors, and an ESP32 (or </a:t>
            </a:r>
            <a:r>
              <a:rPr lang="en-US" sz="2000" dirty="0" err="1"/>
              <a:t>NodeMCU</a:t>
            </a:r>
            <a:r>
              <a:rPr lang="en-US" sz="2000" dirty="0"/>
              <a:t>) for wireless connectivity.</a:t>
            </a:r>
          </a:p>
          <a:p>
            <a:pPr lvl="1"/>
            <a:r>
              <a:rPr lang="en-US" sz="2000" dirty="0"/>
              <a:t>Integrates with a cloud platform for remote monitoring and control.</a:t>
            </a:r>
          </a:p>
          <a:p>
            <a:pPr lvl="1"/>
            <a:r>
              <a:rPr lang="en-US" sz="2000" dirty="0"/>
              <a:t>Real-time data monitoring  , Scalable for city-wide implementation  &amp; Slightly higher cost</a:t>
            </a:r>
            <a:endParaRPr lang="en-IN" sz="2000" dirty="0"/>
          </a:p>
          <a:p>
            <a:pPr lvl="1"/>
            <a:endParaRPr lang="en-US" sz="2000" dirty="0"/>
          </a:p>
          <a:p>
            <a:pPr marL="0" indent="0">
              <a:buNone/>
            </a:pPr>
            <a:r>
              <a:rPr lang="en-US" dirty="0"/>
              <a:t>     </a:t>
            </a:r>
          </a:p>
        </p:txBody>
      </p:sp>
      <p:sp>
        <p:nvSpPr>
          <p:cNvPr id="117" name="PlaceHolder 3"/>
          <p:cNvSpPr>
            <a:spLocks noGrp="1"/>
          </p:cNvSpPr>
          <p:nvPr>
            <p:ph type="dt" sz="half" idx="2"/>
          </p:nvPr>
        </p:nvSpPr>
        <p:spPr>
          <a:xfrm>
            <a:off x="111616" y="6491668"/>
            <a:ext cx="2472271" cy="365125"/>
          </a:xfrm>
          <a:noFill/>
          <a:ln w="0">
            <a:noFill/>
          </a:ln>
        </p:spPr>
        <p:txBody>
          <a:bodyPr lIns="90000" tIns="45000" rIns="90000" bIns="45000" anchor="b">
            <a:noAutofit/>
          </a:bodyPr>
          <a:lstStyle>
            <a:lvl1pPr>
              <a:lnSpc>
                <a:spcPct val="100000"/>
              </a:lnSpc>
              <a:buNone/>
              <a:defRPr lang="en-US" sz="950" b="0" strike="noStrike" spc="-1">
                <a:solidFill>
                  <a:srgbClr val="707070"/>
                </a:solidFill>
                <a:latin typeface="Times New Roman"/>
                <a:ea typeface="DejaVu Sans"/>
              </a:defRPr>
            </a:lvl1pPr>
          </a:lstStyle>
          <a:p>
            <a:r>
              <a:rPr lang="en-US"/>
              <a:t>May 2024</a:t>
            </a:r>
            <a:endParaRPr lang="en-IN"/>
          </a:p>
        </p:txBody>
      </p:sp>
      <p:sp>
        <p:nvSpPr>
          <p:cNvPr id="115" name="PlaceHolder 1"/>
          <p:cNvSpPr>
            <a:spLocks noGrp="1"/>
          </p:cNvSpPr>
          <p:nvPr>
            <p:ph type="ftr" sz="quarter" idx="3"/>
          </p:nvPr>
        </p:nvSpPr>
        <p:spPr>
          <a:xfrm>
            <a:off x="3697451" y="6483384"/>
            <a:ext cx="4822804" cy="365125"/>
          </a:xfrm>
          <a:noFill/>
          <a:ln w="0">
            <a:noFill/>
          </a:ln>
        </p:spPr>
        <p:txBody>
          <a:bodyPr lIns="90000" tIns="45000" rIns="90000" bIns="45000" anchor="b">
            <a:noAutofit/>
          </a:bodyPr>
          <a:lstStyle>
            <a:lvl1pPr algn="ctr">
              <a:lnSpc>
                <a:spcPct val="100000"/>
              </a:lnSpc>
              <a:buNone/>
              <a:defRPr lang="en-US" sz="950" b="0" strike="noStrike" spc="-1">
                <a:solidFill>
                  <a:srgbClr val="707070"/>
                </a:solidFill>
                <a:latin typeface="Calibri"/>
                <a:ea typeface="DejaVu Sans"/>
              </a:defRPr>
            </a:lvl1pPr>
          </a:lstStyle>
          <a:p>
            <a:r>
              <a:rPr lang="en-US"/>
              <a:t>Copyright © 2021-2024 LEAP. All rights reserved</a:t>
            </a:r>
            <a:endParaRPr lang="en-IN"/>
          </a:p>
        </p:txBody>
      </p:sp>
      <p:sp>
        <p:nvSpPr>
          <p:cNvPr id="116" name="PlaceHolder 2"/>
          <p:cNvSpPr>
            <a:spLocks noGrp="1"/>
          </p:cNvSpPr>
          <p:nvPr>
            <p:ph type="sldNum" sz="quarter" idx="4"/>
          </p:nvPr>
        </p:nvSpPr>
        <p:spPr>
          <a:xfrm>
            <a:off x="10792715" y="6497133"/>
            <a:ext cx="1312025" cy="365125"/>
          </a:xfrm>
          <a:noFill/>
          <a:ln w="0">
            <a:noFill/>
          </a:ln>
        </p:spPr>
        <p:txBody>
          <a:bodyPr lIns="90000" tIns="45000" rIns="90000" bIns="45000" anchor="b">
            <a:noAutofit/>
          </a:bodyPr>
          <a:lstStyle>
            <a:lvl1pPr algn="r">
              <a:lnSpc>
                <a:spcPct val="100000"/>
              </a:lnSpc>
              <a:buNone/>
              <a:defRPr lang="en-US" sz="950" b="0" strike="noStrike" spc="-1">
                <a:solidFill>
                  <a:srgbClr val="707070"/>
                </a:solidFill>
                <a:latin typeface="Calibri"/>
                <a:ea typeface="DejaVu Sans"/>
              </a:defRPr>
            </a:lvl1pPr>
          </a:lstStyle>
          <a:p>
            <a:fld id="{62C6BA85-D73F-489D-8B0C-B01D0F4EF055}" type="slidenum">
              <a:rPr lang="en-US"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4"/>
          <p:cNvSpPr>
            <a:spLocks noGrp="1"/>
          </p:cNvSpPr>
          <p:nvPr>
            <p:ph type="title"/>
          </p:nvPr>
        </p:nvSpPr>
        <p:spPr>
          <a:xfrm>
            <a:off x="220337" y="352705"/>
            <a:ext cx="11777032" cy="826101"/>
          </a:xfrm>
          <a:noFill/>
          <a:ln w="0">
            <a:noFill/>
          </a:ln>
        </p:spPr>
        <p:txBody>
          <a:bodyPr lIns="90000" tIns="45000" rIns="90000" bIns="45000" anchor="b">
            <a:noAutofit/>
          </a:bodyPr>
          <a:lstStyle/>
          <a:p>
            <a:r>
              <a:rPr lang="en-US" dirty="0"/>
              <a:t>Design options				..</a:t>
            </a:r>
            <a:r>
              <a:rPr lang="en-US" dirty="0" err="1"/>
              <a:t>contd</a:t>
            </a:r>
            <a:r>
              <a:rPr lang="en-US" dirty="0"/>
              <a:t> </a:t>
            </a:r>
          </a:p>
        </p:txBody>
      </p:sp>
      <p:sp>
        <p:nvSpPr>
          <p:cNvPr id="119" name="PlaceHolder 5"/>
          <p:cNvSpPr>
            <a:spLocks noGrp="1"/>
          </p:cNvSpPr>
          <p:nvPr>
            <p:ph idx="1"/>
          </p:nvPr>
        </p:nvSpPr>
        <p:spPr>
          <a:xfrm>
            <a:off x="683515" y="1451610"/>
            <a:ext cx="10963656" cy="5053685"/>
          </a:xfrm>
          <a:noFill/>
          <a:ln w="0">
            <a:noFill/>
          </a:ln>
        </p:spPr>
        <p:txBody>
          <a:bodyPr lIns="0" tIns="45000" rIns="0" bIns="45000" anchor="t">
            <a:noAutofit/>
          </a:bodyPr>
          <a:lstStyle/>
          <a:p>
            <a:pPr lvl="1"/>
            <a:r>
              <a:rPr lang="en-IN" dirty="0"/>
              <a:t>Design Process Artifacts (Design option selection)</a:t>
            </a:r>
          </a:p>
          <a:p>
            <a:pPr lvl="1"/>
            <a:endParaRPr lang="en-IN" dirty="0"/>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sz="1800" b="0" i="0" u="none" strike="noStrike" dirty="0">
              <a:effectLst/>
              <a:latin typeface="Arial" panose="020B0604020202020204" pitchFamily="34" charset="0"/>
            </a:endParaRPr>
          </a:p>
          <a:p>
            <a:pPr marL="539750" lvl="2" indent="0">
              <a:buNone/>
            </a:pPr>
            <a:endParaRPr lang="en-IN" dirty="0"/>
          </a:p>
          <a:p>
            <a:pPr marL="539750" lvl="2" indent="0">
              <a:buNone/>
            </a:pPr>
            <a:endParaRPr lang="en-IN" b="1" dirty="0"/>
          </a:p>
          <a:p>
            <a:pPr marL="539750" lvl="2" indent="0">
              <a:buNone/>
            </a:pPr>
            <a:endParaRPr lang="en-IN" dirty="0"/>
          </a:p>
          <a:p>
            <a:pPr marL="539750" lvl="2" indent="0">
              <a:buNone/>
            </a:pPr>
            <a:endParaRPr lang="en-IN" dirty="0"/>
          </a:p>
          <a:p>
            <a:pPr marL="539750" lvl="2" indent="0">
              <a:buNone/>
            </a:pPr>
            <a:endParaRPr lang="en-IN" dirty="0"/>
          </a:p>
          <a:p>
            <a:pPr marL="539750" lvl="2" indent="0">
              <a:buNone/>
            </a:pPr>
            <a:endParaRPr lang="en-IN" dirty="0"/>
          </a:p>
          <a:p>
            <a:pPr marL="0" indent="0">
              <a:buNone/>
            </a:pPr>
            <a:endParaRPr lang="en-US" dirty="0"/>
          </a:p>
        </p:txBody>
      </p:sp>
      <p:sp>
        <p:nvSpPr>
          <p:cNvPr id="117" name="PlaceHolder 3"/>
          <p:cNvSpPr>
            <a:spLocks noGrp="1"/>
          </p:cNvSpPr>
          <p:nvPr>
            <p:ph type="dt" sz="half" idx="2"/>
          </p:nvPr>
        </p:nvSpPr>
        <p:spPr>
          <a:xfrm>
            <a:off x="111616" y="6491668"/>
            <a:ext cx="2472271" cy="365125"/>
          </a:xfrm>
          <a:noFill/>
          <a:ln w="0">
            <a:noFill/>
          </a:ln>
        </p:spPr>
        <p:txBody>
          <a:bodyPr lIns="90000" tIns="45000" rIns="90000" bIns="45000" anchor="b">
            <a:noAutofit/>
          </a:bodyPr>
          <a:lstStyle>
            <a:lvl1pPr>
              <a:lnSpc>
                <a:spcPct val="100000"/>
              </a:lnSpc>
              <a:buNone/>
              <a:defRPr lang="en-US" sz="950" b="0" strike="noStrike" spc="-1">
                <a:solidFill>
                  <a:srgbClr val="707070"/>
                </a:solidFill>
                <a:latin typeface="Times New Roman"/>
                <a:ea typeface="DejaVu Sans"/>
              </a:defRPr>
            </a:lvl1pPr>
          </a:lstStyle>
          <a:p>
            <a:r>
              <a:rPr lang="en-US" dirty="0"/>
              <a:t>May 2024</a:t>
            </a:r>
            <a:endParaRPr lang="en-IN" dirty="0"/>
          </a:p>
        </p:txBody>
      </p:sp>
      <p:sp>
        <p:nvSpPr>
          <p:cNvPr id="115" name="PlaceHolder 1"/>
          <p:cNvSpPr>
            <a:spLocks noGrp="1"/>
          </p:cNvSpPr>
          <p:nvPr>
            <p:ph type="ftr" sz="quarter" idx="3"/>
          </p:nvPr>
        </p:nvSpPr>
        <p:spPr>
          <a:xfrm>
            <a:off x="3697451" y="6483384"/>
            <a:ext cx="4822804" cy="365125"/>
          </a:xfrm>
          <a:noFill/>
          <a:ln w="0">
            <a:noFill/>
          </a:ln>
        </p:spPr>
        <p:txBody>
          <a:bodyPr lIns="90000" tIns="45000" rIns="90000" bIns="45000" anchor="b">
            <a:noAutofit/>
          </a:bodyPr>
          <a:lstStyle>
            <a:lvl1pPr algn="ctr">
              <a:lnSpc>
                <a:spcPct val="100000"/>
              </a:lnSpc>
              <a:buNone/>
              <a:defRPr lang="en-US" sz="950" b="0" strike="noStrike" spc="-1">
                <a:solidFill>
                  <a:srgbClr val="707070"/>
                </a:solidFill>
                <a:latin typeface="Calibri"/>
                <a:ea typeface="DejaVu Sans"/>
              </a:defRPr>
            </a:lvl1pPr>
          </a:lstStyle>
          <a:p>
            <a:r>
              <a:rPr lang="en-US"/>
              <a:t>Copyright © 2021-2024 LEAP. All rights reserved</a:t>
            </a:r>
            <a:endParaRPr lang="en-IN"/>
          </a:p>
        </p:txBody>
      </p:sp>
      <p:sp>
        <p:nvSpPr>
          <p:cNvPr id="116" name="PlaceHolder 2"/>
          <p:cNvSpPr>
            <a:spLocks noGrp="1"/>
          </p:cNvSpPr>
          <p:nvPr>
            <p:ph type="sldNum" sz="quarter" idx="4"/>
          </p:nvPr>
        </p:nvSpPr>
        <p:spPr>
          <a:xfrm>
            <a:off x="10792715" y="6497133"/>
            <a:ext cx="1312025" cy="365125"/>
          </a:xfrm>
          <a:noFill/>
          <a:ln w="0">
            <a:noFill/>
          </a:ln>
        </p:spPr>
        <p:txBody>
          <a:bodyPr lIns="90000" tIns="45000" rIns="90000" bIns="45000" anchor="b">
            <a:noAutofit/>
          </a:bodyPr>
          <a:lstStyle>
            <a:lvl1pPr algn="r">
              <a:lnSpc>
                <a:spcPct val="100000"/>
              </a:lnSpc>
              <a:buNone/>
              <a:defRPr lang="en-US" sz="950" b="0" strike="noStrike" spc="-1">
                <a:solidFill>
                  <a:srgbClr val="707070"/>
                </a:solidFill>
                <a:latin typeface="Calibri"/>
                <a:ea typeface="DejaVu Sans"/>
              </a:defRPr>
            </a:lvl1pPr>
          </a:lstStyle>
          <a:p>
            <a:fld id="{62C6BA85-D73F-489D-8B0C-B01D0F4EF055}" type="slidenum">
              <a:rPr lang="en-US" smtClean="0"/>
              <a:pPr/>
              <a:t>5</a:t>
            </a:fld>
            <a:endParaRPr lang="en-IN"/>
          </a:p>
        </p:txBody>
      </p:sp>
      <p:graphicFrame>
        <p:nvGraphicFramePr>
          <p:cNvPr id="7" name="Table 6">
            <a:extLst>
              <a:ext uri="{FF2B5EF4-FFF2-40B4-BE49-F238E27FC236}">
                <a16:creationId xmlns:a16="http://schemas.microsoft.com/office/drawing/2014/main" id="{E3AC0145-9E7A-476A-A422-DB3A679F1FEA}"/>
              </a:ext>
            </a:extLst>
          </p:cNvPr>
          <p:cNvGraphicFramePr>
            <a:graphicFrameLocks noGrp="1"/>
          </p:cNvGraphicFramePr>
          <p:nvPr>
            <p:extLst>
              <p:ext uri="{D42A27DB-BD31-4B8C-83A1-F6EECF244321}">
                <p14:modId xmlns:p14="http://schemas.microsoft.com/office/powerpoint/2010/main" val="632524883"/>
              </p:ext>
            </p:extLst>
          </p:nvPr>
        </p:nvGraphicFramePr>
        <p:xfrm>
          <a:off x="331468" y="2011680"/>
          <a:ext cx="11510012" cy="3966207"/>
        </p:xfrm>
        <a:graphic>
          <a:graphicData uri="http://schemas.openxmlformats.org/drawingml/2006/table">
            <a:tbl>
              <a:tblPr firstRow="1" bandRow="1">
                <a:tableStyleId>{5C22544A-7EE6-4342-B048-85BDC9FD1C3A}</a:tableStyleId>
              </a:tblPr>
              <a:tblGrid>
                <a:gridCol w="2877503">
                  <a:extLst>
                    <a:ext uri="{9D8B030D-6E8A-4147-A177-3AD203B41FA5}">
                      <a16:colId xmlns:a16="http://schemas.microsoft.com/office/drawing/2014/main" val="2198344704"/>
                    </a:ext>
                  </a:extLst>
                </a:gridCol>
                <a:gridCol w="2877503">
                  <a:extLst>
                    <a:ext uri="{9D8B030D-6E8A-4147-A177-3AD203B41FA5}">
                      <a16:colId xmlns:a16="http://schemas.microsoft.com/office/drawing/2014/main" val="249915545"/>
                    </a:ext>
                  </a:extLst>
                </a:gridCol>
                <a:gridCol w="2877503">
                  <a:extLst>
                    <a:ext uri="{9D8B030D-6E8A-4147-A177-3AD203B41FA5}">
                      <a16:colId xmlns:a16="http://schemas.microsoft.com/office/drawing/2014/main" val="3240285644"/>
                    </a:ext>
                  </a:extLst>
                </a:gridCol>
                <a:gridCol w="2877503">
                  <a:extLst>
                    <a:ext uri="{9D8B030D-6E8A-4147-A177-3AD203B41FA5}">
                      <a16:colId xmlns:a16="http://schemas.microsoft.com/office/drawing/2014/main" val="2693361367"/>
                    </a:ext>
                  </a:extLst>
                </a:gridCol>
              </a:tblGrid>
              <a:tr h="566601">
                <a:tc>
                  <a:txBody>
                    <a:bodyPr/>
                    <a:lstStyle/>
                    <a:p>
                      <a:r>
                        <a:rPr lang="en-IN" b="1" dirty="0"/>
                        <a:t>Criteria</a:t>
                      </a:r>
                      <a:endParaRPr lang="en-IN" dirty="0"/>
                    </a:p>
                  </a:txBody>
                  <a:tcPr anchor="ctr"/>
                </a:tc>
                <a:tc>
                  <a:txBody>
                    <a:bodyPr/>
                    <a:lstStyle/>
                    <a:p>
                      <a:r>
                        <a:rPr lang="en-IN" dirty="0"/>
                        <a:t>Weight</a:t>
                      </a:r>
                    </a:p>
                  </a:txBody>
                  <a:tcPr/>
                </a:tc>
                <a:tc>
                  <a:txBody>
                    <a:bodyPr/>
                    <a:lstStyle/>
                    <a:p>
                      <a:r>
                        <a:rPr lang="en-IN" b="1" dirty="0"/>
                        <a:t>Option 1</a:t>
                      </a:r>
                      <a:r>
                        <a:rPr lang="en-IN" dirty="0"/>
                        <a:t> (Basic Sensor)</a:t>
                      </a:r>
                    </a:p>
                  </a:txBody>
                  <a:tcPr/>
                </a:tc>
                <a:tc>
                  <a:txBody>
                    <a:bodyPr/>
                    <a:lstStyle/>
                    <a:p>
                      <a:r>
                        <a:rPr lang="en-IN" b="1" dirty="0"/>
                        <a:t>Option 2</a:t>
                      </a:r>
                      <a:r>
                        <a:rPr lang="en-IN" dirty="0"/>
                        <a:t> (IoT-Based)</a:t>
                      </a:r>
                    </a:p>
                  </a:txBody>
                  <a:tcPr/>
                </a:tc>
                <a:extLst>
                  <a:ext uri="{0D108BD9-81ED-4DB2-BD59-A6C34878D82A}">
                    <a16:rowId xmlns:a16="http://schemas.microsoft.com/office/drawing/2014/main" val="2357720365"/>
                  </a:ext>
                </a:extLst>
              </a:tr>
              <a:tr h="566601">
                <a:tc>
                  <a:txBody>
                    <a:bodyPr/>
                    <a:lstStyle/>
                    <a:p>
                      <a:r>
                        <a:rPr lang="en-IN" b="1" dirty="0"/>
                        <a:t>Energy Efficiency</a:t>
                      </a:r>
                      <a:endParaRPr lang="en-IN" dirty="0"/>
                    </a:p>
                  </a:txBody>
                  <a:tcPr anchor="ctr"/>
                </a:tc>
                <a:tc>
                  <a:txBody>
                    <a:bodyPr/>
                    <a:lstStyle/>
                    <a:p>
                      <a:r>
                        <a:rPr lang="en-IN"/>
                        <a:t>0.3</a:t>
                      </a:r>
                    </a:p>
                  </a:txBody>
                  <a:tcPr anchor="ctr"/>
                </a:tc>
                <a:tc>
                  <a:txBody>
                    <a:bodyPr/>
                    <a:lstStyle/>
                    <a:p>
                      <a:r>
                        <a:rPr lang="en-IN"/>
                        <a:t>6</a:t>
                      </a:r>
                    </a:p>
                  </a:txBody>
                  <a:tcPr anchor="ctr"/>
                </a:tc>
                <a:tc>
                  <a:txBody>
                    <a:bodyPr/>
                    <a:lstStyle/>
                    <a:p>
                      <a:r>
                        <a:rPr lang="en-IN" dirty="0"/>
                        <a:t>8</a:t>
                      </a:r>
                    </a:p>
                  </a:txBody>
                  <a:tcPr anchor="ctr"/>
                </a:tc>
                <a:extLst>
                  <a:ext uri="{0D108BD9-81ED-4DB2-BD59-A6C34878D82A}">
                    <a16:rowId xmlns:a16="http://schemas.microsoft.com/office/drawing/2014/main" val="2714156624"/>
                  </a:ext>
                </a:extLst>
              </a:tr>
              <a:tr h="566601">
                <a:tc>
                  <a:txBody>
                    <a:bodyPr/>
                    <a:lstStyle/>
                    <a:p>
                      <a:r>
                        <a:rPr lang="en-IN" b="1"/>
                        <a:t>Cost Efficiency</a:t>
                      </a:r>
                      <a:endParaRPr lang="en-IN"/>
                    </a:p>
                  </a:txBody>
                  <a:tcPr anchor="ctr"/>
                </a:tc>
                <a:tc>
                  <a:txBody>
                    <a:bodyPr/>
                    <a:lstStyle/>
                    <a:p>
                      <a:r>
                        <a:rPr lang="en-IN" dirty="0"/>
                        <a:t>0.2</a:t>
                      </a:r>
                    </a:p>
                  </a:txBody>
                  <a:tcPr anchor="ctr"/>
                </a:tc>
                <a:tc>
                  <a:txBody>
                    <a:bodyPr/>
                    <a:lstStyle/>
                    <a:p>
                      <a:r>
                        <a:rPr lang="en-IN"/>
                        <a:t>9</a:t>
                      </a:r>
                    </a:p>
                  </a:txBody>
                  <a:tcPr anchor="ctr"/>
                </a:tc>
                <a:tc>
                  <a:txBody>
                    <a:bodyPr/>
                    <a:lstStyle/>
                    <a:p>
                      <a:r>
                        <a:rPr lang="en-IN" dirty="0"/>
                        <a:t>7</a:t>
                      </a:r>
                    </a:p>
                  </a:txBody>
                  <a:tcPr anchor="ctr"/>
                </a:tc>
                <a:extLst>
                  <a:ext uri="{0D108BD9-81ED-4DB2-BD59-A6C34878D82A}">
                    <a16:rowId xmlns:a16="http://schemas.microsoft.com/office/drawing/2014/main" val="2924502139"/>
                  </a:ext>
                </a:extLst>
              </a:tr>
              <a:tr h="566601">
                <a:tc>
                  <a:txBody>
                    <a:bodyPr/>
                    <a:lstStyle/>
                    <a:p>
                      <a:r>
                        <a:rPr lang="en-IN" b="1"/>
                        <a:t>Scalability</a:t>
                      </a:r>
                      <a:endParaRPr lang="en-IN"/>
                    </a:p>
                  </a:txBody>
                  <a:tcPr anchor="ctr"/>
                </a:tc>
                <a:tc>
                  <a:txBody>
                    <a:bodyPr/>
                    <a:lstStyle/>
                    <a:p>
                      <a:r>
                        <a:rPr lang="en-IN" dirty="0"/>
                        <a:t>0.2</a:t>
                      </a:r>
                    </a:p>
                  </a:txBody>
                  <a:tcPr anchor="ctr"/>
                </a:tc>
                <a:tc>
                  <a:txBody>
                    <a:bodyPr/>
                    <a:lstStyle/>
                    <a:p>
                      <a:r>
                        <a:rPr lang="en-IN" dirty="0"/>
                        <a:t>5</a:t>
                      </a:r>
                    </a:p>
                  </a:txBody>
                  <a:tcPr anchor="ctr"/>
                </a:tc>
                <a:tc>
                  <a:txBody>
                    <a:bodyPr/>
                    <a:lstStyle/>
                    <a:p>
                      <a:r>
                        <a:rPr lang="en-IN" dirty="0"/>
                        <a:t>9</a:t>
                      </a:r>
                    </a:p>
                  </a:txBody>
                  <a:tcPr anchor="ctr"/>
                </a:tc>
                <a:extLst>
                  <a:ext uri="{0D108BD9-81ED-4DB2-BD59-A6C34878D82A}">
                    <a16:rowId xmlns:a16="http://schemas.microsoft.com/office/drawing/2014/main" val="49415679"/>
                  </a:ext>
                </a:extLst>
              </a:tr>
              <a:tr h="566601">
                <a:tc>
                  <a:txBody>
                    <a:bodyPr/>
                    <a:lstStyle/>
                    <a:p>
                      <a:r>
                        <a:rPr lang="en-IN" b="1"/>
                        <a:t>Ease of Maintenance</a:t>
                      </a:r>
                      <a:endParaRPr lang="en-IN"/>
                    </a:p>
                  </a:txBody>
                  <a:tcPr anchor="ctr"/>
                </a:tc>
                <a:tc>
                  <a:txBody>
                    <a:bodyPr/>
                    <a:lstStyle/>
                    <a:p>
                      <a:r>
                        <a:rPr lang="en-IN"/>
                        <a:t>0.1</a:t>
                      </a:r>
                    </a:p>
                  </a:txBody>
                  <a:tcPr anchor="ctr"/>
                </a:tc>
                <a:tc>
                  <a:txBody>
                    <a:bodyPr/>
                    <a:lstStyle/>
                    <a:p>
                      <a:r>
                        <a:rPr lang="en-IN" dirty="0"/>
                        <a:t>7</a:t>
                      </a:r>
                    </a:p>
                  </a:txBody>
                  <a:tcPr anchor="ctr"/>
                </a:tc>
                <a:tc>
                  <a:txBody>
                    <a:bodyPr/>
                    <a:lstStyle/>
                    <a:p>
                      <a:r>
                        <a:rPr lang="en-IN" dirty="0"/>
                        <a:t>8</a:t>
                      </a:r>
                    </a:p>
                  </a:txBody>
                  <a:tcPr anchor="ctr"/>
                </a:tc>
                <a:extLst>
                  <a:ext uri="{0D108BD9-81ED-4DB2-BD59-A6C34878D82A}">
                    <a16:rowId xmlns:a16="http://schemas.microsoft.com/office/drawing/2014/main" val="2113959348"/>
                  </a:ext>
                </a:extLst>
              </a:tr>
              <a:tr h="566601">
                <a:tc>
                  <a:txBody>
                    <a:bodyPr/>
                    <a:lstStyle/>
                    <a:p>
                      <a:r>
                        <a:rPr lang="en-IN" b="1" dirty="0"/>
                        <a:t>Environmental Impact</a:t>
                      </a:r>
                      <a:endParaRPr lang="en-IN" dirty="0"/>
                    </a:p>
                  </a:txBody>
                  <a:tcPr anchor="ctr"/>
                </a:tc>
                <a:tc>
                  <a:txBody>
                    <a:bodyPr/>
                    <a:lstStyle/>
                    <a:p>
                      <a:r>
                        <a:rPr lang="en-IN"/>
                        <a:t>0.2</a:t>
                      </a:r>
                    </a:p>
                  </a:txBody>
                  <a:tcPr anchor="ctr"/>
                </a:tc>
                <a:tc>
                  <a:txBody>
                    <a:bodyPr/>
                    <a:lstStyle/>
                    <a:p>
                      <a:r>
                        <a:rPr lang="en-IN" dirty="0"/>
                        <a:t>5</a:t>
                      </a:r>
                    </a:p>
                  </a:txBody>
                  <a:tcPr anchor="ctr"/>
                </a:tc>
                <a:tc>
                  <a:txBody>
                    <a:bodyPr/>
                    <a:lstStyle/>
                    <a:p>
                      <a:r>
                        <a:rPr lang="en-IN" dirty="0"/>
                        <a:t>7</a:t>
                      </a:r>
                    </a:p>
                  </a:txBody>
                  <a:tcPr anchor="ctr"/>
                </a:tc>
                <a:extLst>
                  <a:ext uri="{0D108BD9-81ED-4DB2-BD59-A6C34878D82A}">
                    <a16:rowId xmlns:a16="http://schemas.microsoft.com/office/drawing/2014/main" val="1969450757"/>
                  </a:ext>
                </a:extLst>
              </a:tr>
              <a:tr h="566601">
                <a:tc>
                  <a:txBody>
                    <a:bodyPr/>
                    <a:lstStyle/>
                    <a:p>
                      <a:r>
                        <a:rPr lang="en-IN" b="1" dirty="0"/>
                        <a:t>Total Score</a:t>
                      </a:r>
                      <a:endParaRPr lang="en-IN" dirty="0"/>
                    </a:p>
                  </a:txBody>
                  <a:tcPr anchor="ctr"/>
                </a:tc>
                <a:tc>
                  <a:txBody>
                    <a:bodyPr/>
                    <a:lstStyle/>
                    <a:p>
                      <a:r>
                        <a:rPr lang="en-IN" dirty="0"/>
                        <a:t>—</a:t>
                      </a:r>
                    </a:p>
                  </a:txBody>
                  <a:tcPr/>
                </a:tc>
                <a:tc>
                  <a:txBody>
                    <a:bodyPr/>
                    <a:lstStyle/>
                    <a:p>
                      <a:r>
                        <a:rPr lang="en-IN" b="1" dirty="0"/>
                        <a:t>6.4</a:t>
                      </a:r>
                    </a:p>
                  </a:txBody>
                  <a:tcPr/>
                </a:tc>
                <a:tc>
                  <a:txBody>
                    <a:bodyPr/>
                    <a:lstStyle/>
                    <a:p>
                      <a:r>
                        <a:rPr lang="en-IN" b="1" dirty="0"/>
                        <a:t>7.9</a:t>
                      </a:r>
                    </a:p>
                  </a:txBody>
                  <a:tcPr/>
                </a:tc>
                <a:extLst>
                  <a:ext uri="{0D108BD9-81ED-4DB2-BD59-A6C34878D82A}">
                    <a16:rowId xmlns:a16="http://schemas.microsoft.com/office/drawing/2014/main" val="3355488480"/>
                  </a:ext>
                </a:extLst>
              </a:tr>
            </a:tbl>
          </a:graphicData>
        </a:graphic>
      </p:graphicFrame>
    </p:spTree>
    <p:extLst>
      <p:ext uri="{BB962C8B-B14F-4D97-AF65-F5344CB8AC3E}">
        <p14:creationId xmlns:p14="http://schemas.microsoft.com/office/powerpoint/2010/main" val="3334739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Selected Design option</a:t>
            </a:r>
          </a:p>
        </p:txBody>
      </p:sp>
      <p:sp>
        <p:nvSpPr>
          <p:cNvPr id="10" name="Content Placeholder 9">
            <a:extLst>
              <a:ext uri="{FF2B5EF4-FFF2-40B4-BE49-F238E27FC236}">
                <a16:creationId xmlns:a16="http://schemas.microsoft.com/office/drawing/2014/main" id="{4C89A8AB-1BF7-4AB5-2431-2B0C5D7A2E09}"/>
              </a:ext>
            </a:extLst>
          </p:cNvPr>
          <p:cNvSpPr>
            <a:spLocks noGrp="1"/>
          </p:cNvSpPr>
          <p:nvPr>
            <p:ph idx="1"/>
          </p:nvPr>
        </p:nvSpPr>
        <p:spPr>
          <a:xfrm>
            <a:off x="621792" y="1584338"/>
            <a:ext cx="11375576" cy="4519282"/>
          </a:xfrm>
        </p:spPr>
        <p:txBody>
          <a:bodyPr>
            <a:normAutofit/>
          </a:bodyPr>
          <a:lstStyle/>
          <a:p>
            <a:pPr lvl="1">
              <a:buClrTx/>
            </a:pPr>
            <a:r>
              <a:rPr lang="en-US" b="1" dirty="0"/>
              <a:t>Key Features of the IoT-Based Design:</a:t>
            </a:r>
          </a:p>
          <a:p>
            <a:pPr lvl="1">
              <a:buClrTx/>
            </a:pPr>
            <a:r>
              <a:rPr lang="en-US" sz="2000" b="1" dirty="0"/>
              <a:t>LDR Sensor (Light Dependent Resistor):</a:t>
            </a:r>
            <a:r>
              <a:rPr lang="en-US" sz="2000" dirty="0"/>
              <a:t> Detects ambient light levels to switch lights on/off or adjust brightness.</a:t>
            </a:r>
          </a:p>
          <a:p>
            <a:pPr lvl="1">
              <a:buClrTx/>
            </a:pPr>
            <a:r>
              <a:rPr lang="en-US" sz="2000" b="1" dirty="0"/>
              <a:t>PIR Sensor (Passive Infrared):</a:t>
            </a:r>
            <a:r>
              <a:rPr lang="en-US" sz="2000" dirty="0"/>
              <a:t> Detects pedestrian or vehicle movement to increase brightness when motion is detected.</a:t>
            </a:r>
          </a:p>
          <a:p>
            <a:pPr lvl="1">
              <a:buClrTx/>
            </a:pPr>
            <a:r>
              <a:rPr lang="en-IN" sz="2000" b="1" dirty="0"/>
              <a:t>ESP32/</a:t>
            </a:r>
            <a:r>
              <a:rPr lang="en-IN" sz="2000" b="1" dirty="0" err="1"/>
              <a:t>NodeMCU</a:t>
            </a:r>
            <a:r>
              <a:rPr lang="en-IN" sz="2000" b="1" dirty="0"/>
              <a:t> (Microcontroller):</a:t>
            </a:r>
            <a:r>
              <a:rPr lang="en-IN" sz="2000" dirty="0"/>
              <a:t> Manages sensor inputs, controls LED brightness, and enables remote monitoring via Wi-Fi.</a:t>
            </a:r>
          </a:p>
          <a:p>
            <a:pPr lvl="1">
              <a:buClrTx/>
            </a:pPr>
            <a:r>
              <a:rPr lang="en-US" sz="2000" b="1" dirty="0"/>
              <a:t>LED Street Light:</a:t>
            </a:r>
            <a:r>
              <a:rPr lang="en-US" sz="2000" dirty="0"/>
              <a:t> Energy-efficient lighting that adjusts brightness levels dynamically.</a:t>
            </a:r>
            <a:endParaRPr lang="en-IN" sz="2000" dirty="0"/>
          </a:p>
          <a:p>
            <a:pPr lvl="1">
              <a:buClrTx/>
            </a:pPr>
            <a:r>
              <a:rPr lang="en-US" sz="2000" b="1" dirty="0"/>
              <a:t>Solar Panel (Optional):</a:t>
            </a:r>
            <a:r>
              <a:rPr lang="en-US" sz="2000" dirty="0"/>
              <a:t> Enhances energy efficiency by utilizing renewable energy.</a:t>
            </a:r>
            <a:endParaRPr lang="en-IN" sz="2000" dirty="0"/>
          </a:p>
          <a:p>
            <a:pPr lvl="1">
              <a:buClrTx/>
            </a:pPr>
            <a:r>
              <a:rPr lang="en-US" sz="2000" b="1" dirty="0"/>
              <a:t>Cloud Platform Integration:</a:t>
            </a:r>
            <a:r>
              <a:rPr lang="en-US" sz="2000" dirty="0"/>
              <a:t> Allows remote monitoring, real-time data analysis, and control via a web or mobile app.</a:t>
            </a:r>
          </a:p>
          <a:p>
            <a:pPr marL="200025" lvl="1" indent="0">
              <a:buClrTx/>
              <a:buNone/>
            </a:pPr>
            <a:endParaRPr lang="en-US" sz="1600" dirty="0"/>
          </a:p>
          <a:p>
            <a:pPr marL="200025" lvl="1" indent="0">
              <a:buClrTx/>
              <a:buNone/>
            </a:pPr>
            <a:endParaRPr lang="en-IN" sz="1600" b="1" dirty="0"/>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6</a:t>
            </a:fld>
            <a:endParaRPr lang="en-US" dirty="0"/>
          </a:p>
        </p:txBody>
      </p:sp>
    </p:spTree>
    <p:extLst>
      <p:ext uri="{BB962C8B-B14F-4D97-AF65-F5344CB8AC3E}">
        <p14:creationId xmlns:p14="http://schemas.microsoft.com/office/powerpoint/2010/main" val="36978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Selected Design Option					..</a:t>
            </a:r>
            <a:r>
              <a:rPr lang="en-US" dirty="0" err="1"/>
              <a:t>contd</a:t>
            </a:r>
            <a:endParaRPr lang="en-US" dirty="0"/>
          </a:p>
        </p:txBody>
      </p:sp>
      <p:sp>
        <p:nvSpPr>
          <p:cNvPr id="10" name="Content Placeholder 9">
            <a:extLst>
              <a:ext uri="{FF2B5EF4-FFF2-40B4-BE49-F238E27FC236}">
                <a16:creationId xmlns:a16="http://schemas.microsoft.com/office/drawing/2014/main" id="{4C89A8AB-1BF7-4AB5-2431-2B0C5D7A2E09}"/>
              </a:ext>
            </a:extLst>
          </p:cNvPr>
          <p:cNvSpPr>
            <a:spLocks noGrp="1"/>
          </p:cNvSpPr>
          <p:nvPr>
            <p:ph idx="1"/>
          </p:nvPr>
        </p:nvSpPr>
        <p:spPr/>
        <p:txBody>
          <a:bodyPr>
            <a:normAutofit/>
          </a:bodyPr>
          <a:lstStyle/>
          <a:p>
            <a:r>
              <a:rPr lang="en-IN" b="1" dirty="0"/>
              <a:t>Key aspects of the design:</a:t>
            </a:r>
          </a:p>
          <a:p>
            <a:pPr lvl="1"/>
            <a:r>
              <a:rPr lang="en-US" sz="2000" b="1" dirty="0"/>
              <a:t>Energy Efficiency:</a:t>
            </a:r>
            <a:r>
              <a:rPr lang="en-US" sz="2000" dirty="0"/>
              <a:t> Uses LDR and PIR sensors to optimize brightness, reducing power consumption.</a:t>
            </a:r>
          </a:p>
          <a:p>
            <a:pPr lvl="1"/>
            <a:r>
              <a:rPr lang="en-US" sz="2000" b="1" dirty="0"/>
              <a:t>Automation and Control:</a:t>
            </a:r>
            <a:r>
              <a:rPr lang="en-US" sz="2000" dirty="0"/>
              <a:t> ESP32 enables real-time monitoring, remote control, and data logging.</a:t>
            </a:r>
          </a:p>
          <a:p>
            <a:pPr lvl="1"/>
            <a:r>
              <a:rPr lang="en-US" sz="2000" b="1" dirty="0"/>
              <a:t>Sensor Integration:</a:t>
            </a:r>
            <a:r>
              <a:rPr lang="en-US" sz="2000" dirty="0"/>
              <a:t> LDR for ambient light detection and PIR for motion-based brightness adjustment.</a:t>
            </a:r>
          </a:p>
          <a:p>
            <a:pPr lvl="1"/>
            <a:r>
              <a:rPr lang="en-US" sz="2000" b="1" dirty="0"/>
              <a:t>Scalability:</a:t>
            </a:r>
            <a:r>
              <a:rPr lang="en-US" sz="2000" dirty="0"/>
              <a:t> Supports multiple streetlights through wireless communication for larger coverage.</a:t>
            </a:r>
          </a:p>
          <a:p>
            <a:pPr lvl="1"/>
            <a:r>
              <a:rPr lang="en-US" sz="2000" b="1" dirty="0"/>
              <a:t>Maintenance Efficiency:</a:t>
            </a:r>
            <a:r>
              <a:rPr lang="en-US" sz="2000" dirty="0"/>
              <a:t> Remote alerts for faults ensure faster issue detection and resolution.</a:t>
            </a:r>
          </a:p>
          <a:p>
            <a:pPr lvl="1"/>
            <a:r>
              <a:rPr lang="en-IN" sz="2000" b="1" dirty="0"/>
              <a:t>Environmental Impact:</a:t>
            </a:r>
            <a:r>
              <a:rPr lang="en-IN" sz="2000" dirty="0"/>
              <a:t> Solar panel integration reduces reliance on conventional power sources.</a:t>
            </a:r>
            <a:endParaRPr lang="en-US" sz="2000" dirty="0"/>
          </a:p>
          <a:p>
            <a:pPr lvl="1"/>
            <a:r>
              <a:rPr lang="en-US" sz="2000" b="1" dirty="0"/>
              <a:t>Safety Enhancement:</a:t>
            </a:r>
            <a:r>
              <a:rPr lang="en-US" sz="2000" dirty="0"/>
              <a:t> Increases brightness upon motion detection, improving security.</a:t>
            </a:r>
          </a:p>
          <a:p>
            <a:pPr lvl="1"/>
            <a:r>
              <a:rPr lang="en-US" sz="2000" b="1" dirty="0"/>
              <a:t>Cost Efficiency:</a:t>
            </a:r>
            <a:r>
              <a:rPr lang="en-US" sz="2000" dirty="0"/>
              <a:t> Reduces energy bills and maintenance costs through smart automation.</a:t>
            </a:r>
          </a:p>
          <a:p>
            <a:pPr lvl="1"/>
            <a:r>
              <a:rPr lang="en-US" sz="2000" b="1" dirty="0"/>
              <a:t>User Interface:</a:t>
            </a:r>
            <a:r>
              <a:rPr lang="en-US" sz="2000" dirty="0"/>
              <a:t> IoT dashboard or mobile app for easy monitoring and control.</a:t>
            </a:r>
            <a:endParaRPr lang="en-IN" sz="2000" dirty="0"/>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7</a:t>
            </a:fld>
            <a:endParaRPr lang="en-US" dirty="0"/>
          </a:p>
        </p:txBody>
      </p:sp>
    </p:spTree>
    <p:extLst>
      <p:ext uri="{BB962C8B-B14F-4D97-AF65-F5344CB8AC3E}">
        <p14:creationId xmlns:p14="http://schemas.microsoft.com/office/powerpoint/2010/main" val="3133544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337" y="248211"/>
            <a:ext cx="11777032" cy="826101"/>
          </a:xfrm>
        </p:spPr>
        <p:txBody>
          <a:bodyPr/>
          <a:lstStyle/>
          <a:p>
            <a:r>
              <a:rPr lang="en-US" dirty="0"/>
              <a:t>Block Diagram</a:t>
            </a:r>
          </a:p>
        </p:txBody>
      </p:sp>
      <p:sp>
        <p:nvSpPr>
          <p:cNvPr id="3" name="Date Placeholder 2"/>
          <p:cNvSpPr>
            <a:spLocks noGrp="1"/>
          </p:cNvSpPr>
          <p:nvPr>
            <p:ph type="dt" sz="half" idx="2"/>
          </p:nvPr>
        </p:nvSpPr>
        <p:spPr/>
        <p:txBody>
          <a:bodyPr/>
          <a:lstStyle/>
          <a:p>
            <a:r>
              <a:rPr lang="en-US"/>
              <a:t>June 2024</a:t>
            </a:r>
            <a:endParaRPr lang="en-US" dirty="0"/>
          </a:p>
        </p:txBody>
      </p:sp>
      <p:sp>
        <p:nvSpPr>
          <p:cNvPr id="4" name="Footer Placeholder 3"/>
          <p:cNvSpPr>
            <a:spLocks noGrp="1"/>
          </p:cNvSpPr>
          <p:nvPr>
            <p:ph type="ftr" sz="quarter" idx="3"/>
          </p:nvPr>
        </p:nvSpPr>
        <p:spPr>
          <a:xfrm>
            <a:off x="3741188" y="6481255"/>
            <a:ext cx="4822804" cy="365125"/>
          </a:xfrm>
        </p:spPr>
        <p:txBody>
          <a:bodyPr/>
          <a:lstStyle/>
          <a:p>
            <a:r>
              <a:rPr lang="en-US"/>
              <a:t>Copyright © 2021-2024 LEAP. All rights reserved</a:t>
            </a:r>
            <a:endParaRPr lang="en-IN" dirty="0"/>
          </a:p>
        </p:txBody>
      </p:sp>
      <p:sp>
        <p:nvSpPr>
          <p:cNvPr id="5" name="Slide Number Placeholder 4"/>
          <p:cNvSpPr>
            <a:spLocks noGrp="1"/>
          </p:cNvSpPr>
          <p:nvPr>
            <p:ph type="sldNum" sz="quarter" idx="4"/>
          </p:nvPr>
        </p:nvSpPr>
        <p:spPr>
          <a:xfrm>
            <a:off x="10768359" y="6492875"/>
            <a:ext cx="1312025" cy="365125"/>
          </a:xfrm>
        </p:spPr>
        <p:txBody>
          <a:bodyPr/>
          <a:lstStyle/>
          <a:p>
            <a:fld id="{3A98EE3D-8CD1-4C3F-BD1C-C98C9596463C}" type="slidenum">
              <a:rPr lang="en-US" smtClean="0"/>
              <a:pPr/>
              <a:t>8</a:t>
            </a:fld>
            <a:endParaRPr lang="en-US" dirty="0"/>
          </a:p>
        </p:txBody>
      </p:sp>
      <p:sp>
        <p:nvSpPr>
          <p:cNvPr id="6" name="Rectangle 5">
            <a:extLst>
              <a:ext uri="{FF2B5EF4-FFF2-40B4-BE49-F238E27FC236}">
                <a16:creationId xmlns:a16="http://schemas.microsoft.com/office/drawing/2014/main" id="{E6C442C3-BFF8-8C10-126F-F85C5EBBCD98}"/>
              </a:ext>
            </a:extLst>
          </p:cNvPr>
          <p:cNvSpPr/>
          <p:nvPr/>
        </p:nvSpPr>
        <p:spPr>
          <a:xfrm>
            <a:off x="3607362" y="1366576"/>
            <a:ext cx="3336053"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POWER SUPPLY</a:t>
            </a:r>
            <a:endParaRPr lang="en-IN" dirty="0">
              <a:ln w="0"/>
              <a:solidFill>
                <a:schemeClr val="tx1"/>
              </a:solidFill>
              <a:effectLst>
                <a:outerShdw blurRad="38100" dist="19050" dir="2700000" algn="tl" rotWithShape="0">
                  <a:schemeClr val="dk1">
                    <a:alpha val="40000"/>
                  </a:schemeClr>
                </a:outerShdw>
              </a:effectLst>
            </a:endParaRPr>
          </a:p>
        </p:txBody>
      </p:sp>
      <p:cxnSp>
        <p:nvCxnSpPr>
          <p:cNvPr id="9" name="Straight Arrow Connector 8">
            <a:extLst>
              <a:ext uri="{FF2B5EF4-FFF2-40B4-BE49-F238E27FC236}">
                <a16:creationId xmlns:a16="http://schemas.microsoft.com/office/drawing/2014/main" id="{00DF5BFD-8FC9-9320-504E-59F94CEA09AA}"/>
              </a:ext>
            </a:extLst>
          </p:cNvPr>
          <p:cNvCxnSpPr>
            <a:cxnSpLocks/>
            <a:stCxn id="6" idx="2"/>
            <a:endCxn id="11" idx="0"/>
          </p:cNvCxnSpPr>
          <p:nvPr/>
        </p:nvCxnSpPr>
        <p:spPr>
          <a:xfrm flipH="1">
            <a:off x="5270365" y="1858945"/>
            <a:ext cx="5024" cy="3105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8B361A7-9D1B-89C4-0E3A-A946F1F71CC6}"/>
              </a:ext>
            </a:extLst>
          </p:cNvPr>
          <p:cNvSpPr/>
          <p:nvPr/>
        </p:nvSpPr>
        <p:spPr>
          <a:xfrm>
            <a:off x="3607362" y="2169521"/>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LDR SENSOR</a:t>
            </a:r>
            <a:endParaRPr lang="en-IN" dirty="0"/>
          </a:p>
        </p:txBody>
      </p:sp>
      <p:sp>
        <p:nvSpPr>
          <p:cNvPr id="12" name="Rectangle 11">
            <a:extLst>
              <a:ext uri="{FF2B5EF4-FFF2-40B4-BE49-F238E27FC236}">
                <a16:creationId xmlns:a16="http://schemas.microsoft.com/office/drawing/2014/main" id="{8073C21D-660D-D5E3-1F4E-06702BAA7BA9}"/>
              </a:ext>
            </a:extLst>
          </p:cNvPr>
          <p:cNvSpPr/>
          <p:nvPr/>
        </p:nvSpPr>
        <p:spPr>
          <a:xfrm>
            <a:off x="3607362" y="2974430"/>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MICRO CONTROLLER</a:t>
            </a:r>
            <a:endParaRPr lang="en-IN" dirty="0"/>
          </a:p>
        </p:txBody>
      </p:sp>
      <p:sp>
        <p:nvSpPr>
          <p:cNvPr id="13" name="Rectangle 12">
            <a:extLst>
              <a:ext uri="{FF2B5EF4-FFF2-40B4-BE49-F238E27FC236}">
                <a16:creationId xmlns:a16="http://schemas.microsoft.com/office/drawing/2014/main" id="{B00C591B-DF2D-CC59-321A-95F44324DBFA}"/>
              </a:ext>
            </a:extLst>
          </p:cNvPr>
          <p:cNvSpPr/>
          <p:nvPr/>
        </p:nvSpPr>
        <p:spPr>
          <a:xfrm>
            <a:off x="3607362" y="3758081"/>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PIR SENSOR</a:t>
            </a:r>
            <a:endParaRPr lang="en-IN" dirty="0"/>
          </a:p>
        </p:txBody>
      </p:sp>
      <p:sp>
        <p:nvSpPr>
          <p:cNvPr id="14" name="Rectangle 13">
            <a:extLst>
              <a:ext uri="{FF2B5EF4-FFF2-40B4-BE49-F238E27FC236}">
                <a16:creationId xmlns:a16="http://schemas.microsoft.com/office/drawing/2014/main" id="{259C5185-5731-559B-1D88-25E8F8928E45}"/>
              </a:ext>
            </a:extLst>
          </p:cNvPr>
          <p:cNvSpPr/>
          <p:nvPr/>
        </p:nvSpPr>
        <p:spPr>
          <a:xfrm>
            <a:off x="3607362" y="4541732"/>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LED STREET LIGHT</a:t>
            </a:r>
            <a:endParaRPr lang="en-IN" dirty="0"/>
          </a:p>
        </p:txBody>
      </p:sp>
      <p:sp>
        <p:nvSpPr>
          <p:cNvPr id="16" name="Rectangle 15">
            <a:extLst>
              <a:ext uri="{FF2B5EF4-FFF2-40B4-BE49-F238E27FC236}">
                <a16:creationId xmlns:a16="http://schemas.microsoft.com/office/drawing/2014/main" id="{37F34FD6-B5A9-8626-4E24-4DB7617D035B}"/>
              </a:ext>
            </a:extLst>
          </p:cNvPr>
          <p:cNvSpPr/>
          <p:nvPr/>
        </p:nvSpPr>
        <p:spPr>
          <a:xfrm>
            <a:off x="3617409" y="5302923"/>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RECHARGEABLE BATTERY</a:t>
            </a:r>
          </a:p>
        </p:txBody>
      </p:sp>
      <p:sp>
        <p:nvSpPr>
          <p:cNvPr id="17" name="Rectangle 16">
            <a:extLst>
              <a:ext uri="{FF2B5EF4-FFF2-40B4-BE49-F238E27FC236}">
                <a16:creationId xmlns:a16="http://schemas.microsoft.com/office/drawing/2014/main" id="{AA50A2F5-B103-69AF-74C2-85DB4CCE796C}"/>
              </a:ext>
            </a:extLst>
          </p:cNvPr>
          <p:cNvSpPr/>
          <p:nvPr/>
        </p:nvSpPr>
        <p:spPr>
          <a:xfrm>
            <a:off x="3631705" y="6044309"/>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RESISTOR &amp;WIRING</a:t>
            </a:r>
            <a:endParaRPr lang="en-IN" dirty="0"/>
          </a:p>
        </p:txBody>
      </p:sp>
      <p:sp>
        <p:nvSpPr>
          <p:cNvPr id="18" name="Rectangle 17">
            <a:extLst>
              <a:ext uri="{FF2B5EF4-FFF2-40B4-BE49-F238E27FC236}">
                <a16:creationId xmlns:a16="http://schemas.microsoft.com/office/drawing/2014/main" id="{6076DF3B-7407-EFC2-77B5-C1AB52BE8B79}"/>
              </a:ext>
            </a:extLst>
          </p:cNvPr>
          <p:cNvSpPr/>
          <p:nvPr/>
        </p:nvSpPr>
        <p:spPr>
          <a:xfrm>
            <a:off x="7536361" y="6064115"/>
            <a:ext cx="3326006" cy="4923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ENCLOSURE FRAME</a:t>
            </a:r>
            <a:endParaRPr lang="en-IN" dirty="0"/>
          </a:p>
        </p:txBody>
      </p:sp>
      <p:cxnSp>
        <p:nvCxnSpPr>
          <p:cNvPr id="20" name="Straight Arrow Connector 19">
            <a:extLst>
              <a:ext uri="{FF2B5EF4-FFF2-40B4-BE49-F238E27FC236}">
                <a16:creationId xmlns:a16="http://schemas.microsoft.com/office/drawing/2014/main" id="{4F571E42-1C7B-6045-6D4D-5A755A73D0E9}"/>
              </a:ext>
            </a:extLst>
          </p:cNvPr>
          <p:cNvCxnSpPr>
            <a:cxnSpLocks/>
            <a:stCxn id="11" idx="2"/>
            <a:endCxn id="12" idx="0"/>
          </p:cNvCxnSpPr>
          <p:nvPr/>
        </p:nvCxnSpPr>
        <p:spPr>
          <a:xfrm>
            <a:off x="5270365" y="2661890"/>
            <a:ext cx="0" cy="3125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3CF9ED0-F1E1-0E43-7F73-9575E43850AA}"/>
              </a:ext>
            </a:extLst>
          </p:cNvPr>
          <p:cNvCxnSpPr>
            <a:cxnSpLocks/>
            <a:stCxn id="12" idx="2"/>
            <a:endCxn id="13" idx="0"/>
          </p:cNvCxnSpPr>
          <p:nvPr/>
        </p:nvCxnSpPr>
        <p:spPr>
          <a:xfrm>
            <a:off x="5270365" y="3466799"/>
            <a:ext cx="0" cy="291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0F90EEC-F453-5AE1-E393-CB9F8350E859}"/>
              </a:ext>
            </a:extLst>
          </p:cNvPr>
          <p:cNvCxnSpPr>
            <a:cxnSpLocks/>
            <a:stCxn id="13" idx="2"/>
            <a:endCxn id="14" idx="0"/>
          </p:cNvCxnSpPr>
          <p:nvPr/>
        </p:nvCxnSpPr>
        <p:spPr>
          <a:xfrm>
            <a:off x="5270365" y="4250450"/>
            <a:ext cx="0" cy="291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39D7777-D2D7-66D7-D94D-87A86E169492}"/>
              </a:ext>
            </a:extLst>
          </p:cNvPr>
          <p:cNvCxnSpPr>
            <a:cxnSpLocks/>
            <a:stCxn id="14" idx="2"/>
            <a:endCxn id="16" idx="0"/>
          </p:cNvCxnSpPr>
          <p:nvPr/>
        </p:nvCxnSpPr>
        <p:spPr>
          <a:xfrm>
            <a:off x="5270365" y="5034101"/>
            <a:ext cx="10047" cy="268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2208C4BA-B814-A55E-4CE6-0ABFEC412440}"/>
              </a:ext>
            </a:extLst>
          </p:cNvPr>
          <p:cNvCxnSpPr>
            <a:cxnSpLocks/>
            <a:stCxn id="16" idx="2"/>
          </p:cNvCxnSpPr>
          <p:nvPr/>
        </p:nvCxnSpPr>
        <p:spPr>
          <a:xfrm>
            <a:off x="5280412" y="5795292"/>
            <a:ext cx="0" cy="2919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A1F89FD-2DE1-03F0-8377-C56C24B27D83}"/>
              </a:ext>
            </a:extLst>
          </p:cNvPr>
          <p:cNvCxnSpPr>
            <a:cxnSpLocks/>
            <a:stCxn id="17" idx="3"/>
            <a:endCxn id="18" idx="1"/>
          </p:cNvCxnSpPr>
          <p:nvPr/>
        </p:nvCxnSpPr>
        <p:spPr>
          <a:xfrm>
            <a:off x="6957711" y="6290494"/>
            <a:ext cx="578650" cy="198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98292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D84CC-5990-3A17-28AD-5F7448F92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A2853-45D5-97C1-86C3-BFB8E6A03ED9}"/>
              </a:ext>
            </a:extLst>
          </p:cNvPr>
          <p:cNvSpPr>
            <a:spLocks noGrp="1"/>
          </p:cNvSpPr>
          <p:nvPr>
            <p:ph type="title"/>
          </p:nvPr>
        </p:nvSpPr>
        <p:spPr>
          <a:xfrm>
            <a:off x="220337" y="248211"/>
            <a:ext cx="11777032" cy="826101"/>
          </a:xfrm>
        </p:spPr>
        <p:txBody>
          <a:bodyPr/>
          <a:lstStyle/>
          <a:p>
            <a:r>
              <a:rPr lang="en-US" dirty="0"/>
              <a:t>Illustration Image</a:t>
            </a:r>
          </a:p>
        </p:txBody>
      </p:sp>
      <p:sp>
        <p:nvSpPr>
          <p:cNvPr id="3" name="Date Placeholder 2">
            <a:extLst>
              <a:ext uri="{FF2B5EF4-FFF2-40B4-BE49-F238E27FC236}">
                <a16:creationId xmlns:a16="http://schemas.microsoft.com/office/drawing/2014/main" id="{ED5B35DE-04CE-711F-33ED-FB78BC8B2841}"/>
              </a:ext>
            </a:extLst>
          </p:cNvPr>
          <p:cNvSpPr>
            <a:spLocks noGrp="1"/>
          </p:cNvSpPr>
          <p:nvPr>
            <p:ph type="dt" sz="half" idx="2"/>
          </p:nvPr>
        </p:nvSpPr>
        <p:spPr/>
        <p:txBody>
          <a:bodyPr/>
          <a:lstStyle/>
          <a:p>
            <a:r>
              <a:rPr lang="en-US"/>
              <a:t>June 2024</a:t>
            </a:r>
            <a:endParaRPr lang="en-US" dirty="0"/>
          </a:p>
        </p:txBody>
      </p:sp>
      <p:sp>
        <p:nvSpPr>
          <p:cNvPr id="4" name="Footer Placeholder 3">
            <a:extLst>
              <a:ext uri="{FF2B5EF4-FFF2-40B4-BE49-F238E27FC236}">
                <a16:creationId xmlns:a16="http://schemas.microsoft.com/office/drawing/2014/main" id="{C03543E8-9B8F-7D77-88D1-EF7ED5705603}"/>
              </a:ext>
            </a:extLst>
          </p:cNvPr>
          <p:cNvSpPr>
            <a:spLocks noGrp="1"/>
          </p:cNvSpPr>
          <p:nvPr>
            <p:ph type="ftr" sz="quarter" idx="3"/>
          </p:nvPr>
        </p:nvSpPr>
        <p:spPr>
          <a:xfrm>
            <a:off x="3741188" y="6481255"/>
            <a:ext cx="4822804" cy="365125"/>
          </a:xfrm>
        </p:spPr>
        <p:txBody>
          <a:bodyPr/>
          <a:lstStyle/>
          <a:p>
            <a:r>
              <a:rPr lang="en-US"/>
              <a:t>Copyright © 2021-2024 LEAP. All rights reserved</a:t>
            </a:r>
            <a:endParaRPr lang="en-IN" dirty="0"/>
          </a:p>
        </p:txBody>
      </p:sp>
      <p:sp>
        <p:nvSpPr>
          <p:cNvPr id="5" name="Slide Number Placeholder 4">
            <a:extLst>
              <a:ext uri="{FF2B5EF4-FFF2-40B4-BE49-F238E27FC236}">
                <a16:creationId xmlns:a16="http://schemas.microsoft.com/office/drawing/2014/main" id="{393CC7AA-85E0-9079-03F1-39065F742638}"/>
              </a:ext>
            </a:extLst>
          </p:cNvPr>
          <p:cNvSpPr>
            <a:spLocks noGrp="1"/>
          </p:cNvSpPr>
          <p:nvPr>
            <p:ph type="sldNum" sz="quarter" idx="4"/>
          </p:nvPr>
        </p:nvSpPr>
        <p:spPr>
          <a:xfrm>
            <a:off x="10768359" y="6492875"/>
            <a:ext cx="1312025" cy="365125"/>
          </a:xfrm>
        </p:spPr>
        <p:txBody>
          <a:bodyPr/>
          <a:lstStyle/>
          <a:p>
            <a:fld id="{3A98EE3D-8CD1-4C3F-BD1C-C98C9596463C}" type="slidenum">
              <a:rPr lang="en-US" smtClean="0"/>
              <a:pPr/>
              <a:t>9</a:t>
            </a:fld>
            <a:endParaRPr lang="en-US" dirty="0"/>
          </a:p>
        </p:txBody>
      </p:sp>
      <p:pic>
        <p:nvPicPr>
          <p:cNvPr id="8" name="Picture 7">
            <a:extLst>
              <a:ext uri="{FF2B5EF4-FFF2-40B4-BE49-F238E27FC236}">
                <a16:creationId xmlns:a16="http://schemas.microsoft.com/office/drawing/2014/main" id="{652795F9-EA25-FE1C-DBEE-AEE7E5EB1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0318" y="1288349"/>
            <a:ext cx="6544543" cy="5321440"/>
          </a:xfrm>
          <a:prstGeom prst="rect">
            <a:avLst/>
          </a:prstGeom>
        </p:spPr>
      </p:pic>
    </p:spTree>
    <p:extLst>
      <p:ext uri="{BB962C8B-B14F-4D97-AF65-F5344CB8AC3E}">
        <p14:creationId xmlns:p14="http://schemas.microsoft.com/office/powerpoint/2010/main" val="1687517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69C2-FA1D-2010-05EF-214E0A143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EA64D-8D8F-56BC-D34A-A8DEEEC257DF}"/>
              </a:ext>
            </a:extLst>
          </p:cNvPr>
          <p:cNvSpPr>
            <a:spLocks noGrp="1"/>
          </p:cNvSpPr>
          <p:nvPr>
            <p:ph type="title"/>
          </p:nvPr>
        </p:nvSpPr>
        <p:spPr/>
        <p:txBody>
          <a:bodyPr/>
          <a:lstStyle/>
          <a:p>
            <a:r>
              <a:rPr lang="en-IN" dirty="0"/>
              <a:t>Arduino Code 			..</a:t>
            </a:r>
            <a:r>
              <a:rPr lang="en-IN" dirty="0" err="1"/>
              <a:t>contd</a:t>
            </a:r>
            <a:endParaRPr lang="en-US" dirty="0"/>
          </a:p>
        </p:txBody>
      </p:sp>
      <p:sp>
        <p:nvSpPr>
          <p:cNvPr id="4" name="Content Placeholder 3">
            <a:extLst>
              <a:ext uri="{FF2B5EF4-FFF2-40B4-BE49-F238E27FC236}">
                <a16:creationId xmlns:a16="http://schemas.microsoft.com/office/drawing/2014/main" id="{D5107246-1C9E-F8DE-04B2-64E80445B8B9}"/>
              </a:ext>
            </a:extLst>
          </p:cNvPr>
          <p:cNvSpPr>
            <a:spLocks noGrp="1"/>
          </p:cNvSpPr>
          <p:nvPr>
            <p:ph idx="1"/>
          </p:nvPr>
        </p:nvSpPr>
        <p:spPr>
          <a:xfrm>
            <a:off x="1165859" y="1480821"/>
            <a:ext cx="10831509" cy="4284755"/>
          </a:xfrm>
        </p:spPr>
        <p:txBody>
          <a:bodyP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t>int </a:t>
            </a:r>
            <a:r>
              <a:rPr lang="en-US" sz="1600" dirty="0" err="1"/>
              <a:t>ldrPin</a:t>
            </a:r>
            <a:r>
              <a:rPr lang="en-US" sz="1600" dirty="0"/>
              <a:t> = A0;  // LDR connected to Analog pin A0</a:t>
            </a:r>
          </a:p>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t>int </a:t>
            </a:r>
            <a:r>
              <a:rPr lang="en-US" sz="1600" dirty="0" err="1"/>
              <a:t>pirPin</a:t>
            </a:r>
            <a:r>
              <a:rPr lang="en-US" sz="1600" dirty="0"/>
              <a:t> = 2;   // PIR sensor connected to digital pin 2</a:t>
            </a:r>
          </a:p>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t>int </a:t>
            </a:r>
            <a:r>
              <a:rPr lang="en-US" sz="1600" dirty="0" err="1"/>
              <a:t>lightPin</a:t>
            </a:r>
            <a:r>
              <a:rPr lang="en-US" sz="1600" dirty="0"/>
              <a:t> = 13; // LED light connected to digital pin 13</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void setup() {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a:t>
            </a:r>
            <a:r>
              <a:rPr lang="en-IN" sz="1600" dirty="0" err="1"/>
              <a:t>pinMode</a:t>
            </a:r>
            <a:r>
              <a:rPr lang="en-IN" sz="1600" dirty="0"/>
              <a:t>(</a:t>
            </a:r>
            <a:r>
              <a:rPr lang="en-IN" sz="1600" dirty="0" err="1"/>
              <a:t>lightPin</a:t>
            </a:r>
            <a:r>
              <a:rPr lang="en-IN" sz="1600" dirty="0"/>
              <a:t>, OUTPUT);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a:t>
            </a:r>
            <a:r>
              <a:rPr lang="en-IN" sz="1600" dirty="0" err="1"/>
              <a:t>pinMode</a:t>
            </a:r>
            <a:r>
              <a:rPr lang="en-IN" sz="1600" dirty="0"/>
              <a:t>(</a:t>
            </a:r>
            <a:r>
              <a:rPr lang="en-IN" sz="1600" dirty="0" err="1"/>
              <a:t>pirPin</a:t>
            </a:r>
            <a:r>
              <a:rPr lang="en-IN" sz="1600" dirty="0"/>
              <a:t>, INPUT);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err="1"/>
              <a:t>Serial.begin</a:t>
            </a:r>
            <a:r>
              <a:rPr lang="en-IN" sz="1600" dirty="0"/>
              <a:t>(9600);</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void loop() {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int </a:t>
            </a:r>
            <a:r>
              <a:rPr lang="en-IN" sz="1600" dirty="0" err="1"/>
              <a:t>lightLevel</a:t>
            </a:r>
            <a:r>
              <a:rPr lang="en-IN" sz="1600" dirty="0"/>
              <a:t> = </a:t>
            </a:r>
            <a:r>
              <a:rPr lang="en-IN" sz="1600" dirty="0" err="1"/>
              <a:t>analogRead</a:t>
            </a:r>
            <a:r>
              <a:rPr lang="en-IN" sz="1600" dirty="0"/>
              <a:t>(</a:t>
            </a:r>
            <a:r>
              <a:rPr lang="en-IN" sz="1600" dirty="0" err="1"/>
              <a:t>ldrPin</a:t>
            </a:r>
            <a:r>
              <a:rPr lang="en-IN" sz="1600" dirty="0"/>
              <a:t>);</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int motion = </a:t>
            </a:r>
            <a:r>
              <a:rPr lang="en-IN" sz="1600" dirty="0" err="1"/>
              <a:t>digitalRead</a:t>
            </a:r>
            <a:r>
              <a:rPr lang="en-IN" sz="1600" dirty="0"/>
              <a:t>(</a:t>
            </a:r>
            <a:r>
              <a:rPr lang="en-IN" sz="1600" dirty="0" err="1"/>
              <a:t>pirPin</a:t>
            </a:r>
            <a:r>
              <a:rPr lang="en-IN" sz="1600" dirty="0"/>
              <a:t>);</a:t>
            </a:r>
          </a:p>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t>if (</a:t>
            </a:r>
            <a:r>
              <a:rPr lang="en-US" sz="1600" dirty="0" err="1"/>
              <a:t>lightLevel</a:t>
            </a:r>
            <a:r>
              <a:rPr lang="en-US" sz="1600" dirty="0"/>
              <a:t> &lt; 500 || motion == HIGH) {</a:t>
            </a:r>
            <a:endParaRPr lang="en-IN" sz="1600" dirty="0"/>
          </a:p>
          <a:p>
            <a:pPr marL="0" marR="0" lvl="0" indent="0" defTabSz="914400" rtl="0" eaLnBrk="1" fontAlgn="auto" latinLnBrk="0" hangingPunct="1">
              <a:lnSpc>
                <a:spcPct val="100000"/>
              </a:lnSpc>
              <a:spcBef>
                <a:spcPts val="0"/>
              </a:spcBef>
              <a:spcAft>
                <a:spcPts val="0"/>
              </a:spcAft>
              <a:buClrTx/>
              <a:buSzTx/>
              <a:buFontTx/>
              <a:buNone/>
              <a:tabLst/>
              <a:defRPr/>
            </a:pPr>
            <a:r>
              <a:rPr lang="en-US" sz="1600" dirty="0" err="1"/>
              <a:t>digitalWrite</a:t>
            </a:r>
            <a:r>
              <a:rPr lang="en-US" sz="1600" dirty="0"/>
              <a:t>(</a:t>
            </a:r>
            <a:r>
              <a:rPr lang="en-US" sz="1600" dirty="0" err="1"/>
              <a:t>lightPin</a:t>
            </a:r>
            <a:r>
              <a:rPr lang="en-US" sz="1600" dirty="0"/>
              <a:t>, HIGH); // Turn ON light</a:t>
            </a:r>
            <a:endParaRPr lang="en-IN" sz="1600" dirty="0"/>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else {</a:t>
            </a:r>
          </a:p>
          <a:p>
            <a:pPr marL="0" marR="0" lvl="0" indent="0" defTabSz="914400" rtl="0" eaLnBrk="1" fontAlgn="auto" latinLnBrk="0" hangingPunct="1">
              <a:lnSpc>
                <a:spcPct val="100000"/>
              </a:lnSpc>
              <a:spcBef>
                <a:spcPts val="0"/>
              </a:spcBef>
              <a:spcAft>
                <a:spcPts val="0"/>
              </a:spcAft>
              <a:buClrTx/>
              <a:buSzTx/>
              <a:buFontTx/>
              <a:buNone/>
              <a:tabLst/>
              <a:defRPr/>
            </a:pPr>
            <a:r>
              <a:rPr lang="en-US" sz="1600" dirty="0" err="1"/>
              <a:t>digitalWrite</a:t>
            </a:r>
            <a:r>
              <a:rPr lang="en-US" sz="1600" dirty="0"/>
              <a:t>(</a:t>
            </a:r>
            <a:r>
              <a:rPr lang="en-US" sz="1600" dirty="0" err="1"/>
              <a:t>lightPin</a:t>
            </a:r>
            <a:r>
              <a:rPr lang="en-US" sz="1600" dirty="0"/>
              <a:t>, LOW); // Turn OFF light  }</a:t>
            </a:r>
            <a:endParaRPr lang="en-IN" sz="1600" dirty="0"/>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err="1"/>
              <a:t>Serial.print</a:t>
            </a:r>
            <a:r>
              <a:rPr lang="en-IN" sz="1600" dirty="0"/>
              <a:t>("LDR: ");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err="1"/>
              <a:t>Serial.print</a:t>
            </a:r>
            <a:r>
              <a:rPr lang="en-IN" sz="1600" dirty="0"/>
              <a:t>(</a:t>
            </a:r>
            <a:r>
              <a:rPr lang="en-IN" sz="1600" dirty="0" err="1"/>
              <a:t>lightLevel</a:t>
            </a:r>
            <a:r>
              <a:rPr lang="en-IN" sz="1600" dirty="0"/>
              <a:t>);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a:t>
            </a:r>
            <a:r>
              <a:rPr lang="en-IN" sz="1600" dirty="0" err="1"/>
              <a:t>Serial.print</a:t>
            </a:r>
            <a:r>
              <a:rPr lang="en-IN" sz="1600" dirty="0"/>
              <a:t>(" PIR: ");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 </a:t>
            </a:r>
            <a:r>
              <a:rPr lang="en-IN" sz="1600" dirty="0" err="1"/>
              <a:t>Serial.println</a:t>
            </a:r>
            <a:r>
              <a:rPr lang="en-IN" sz="1600" dirty="0"/>
              <a:t>(motion);  </a:t>
            </a:r>
          </a:p>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t>delay(1000);}</a:t>
            </a:r>
          </a:p>
        </p:txBody>
      </p:sp>
      <p:sp>
        <p:nvSpPr>
          <p:cNvPr id="7" name="Date Placeholder 6">
            <a:extLst>
              <a:ext uri="{FF2B5EF4-FFF2-40B4-BE49-F238E27FC236}">
                <a16:creationId xmlns:a16="http://schemas.microsoft.com/office/drawing/2014/main" id="{AE137E34-E958-BC40-1764-4E0DB0E98265}"/>
              </a:ext>
            </a:extLst>
          </p:cNvPr>
          <p:cNvSpPr>
            <a:spLocks noGrp="1"/>
          </p:cNvSpPr>
          <p:nvPr>
            <p:ph type="dt" sz="half" idx="2"/>
          </p:nvPr>
        </p:nvSpPr>
        <p:spPr/>
        <p:txBody>
          <a:bodyPr/>
          <a:lstStyle/>
          <a:p>
            <a:r>
              <a:rPr lang="en-US"/>
              <a:t>June 2024</a:t>
            </a:r>
            <a:endParaRPr lang="en-US" dirty="0"/>
          </a:p>
        </p:txBody>
      </p:sp>
      <p:sp>
        <p:nvSpPr>
          <p:cNvPr id="8" name="Footer Placeholder 7">
            <a:extLst>
              <a:ext uri="{FF2B5EF4-FFF2-40B4-BE49-F238E27FC236}">
                <a16:creationId xmlns:a16="http://schemas.microsoft.com/office/drawing/2014/main" id="{E3671E19-5DE4-82BD-706C-F23440C745A1}"/>
              </a:ext>
            </a:extLst>
          </p:cNvPr>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a:extLst>
              <a:ext uri="{FF2B5EF4-FFF2-40B4-BE49-F238E27FC236}">
                <a16:creationId xmlns:a16="http://schemas.microsoft.com/office/drawing/2014/main" id="{291E8D06-C81F-0621-51B9-3CE32BF68652}"/>
              </a:ext>
            </a:extLst>
          </p:cNvPr>
          <p:cNvSpPr>
            <a:spLocks noGrp="1"/>
          </p:cNvSpPr>
          <p:nvPr>
            <p:ph type="sldNum" sz="quarter" idx="4"/>
          </p:nvPr>
        </p:nvSpPr>
        <p:spPr/>
        <p:txBody>
          <a:bodyPr/>
          <a:lstStyle/>
          <a:p>
            <a:fld id="{3A98EE3D-8CD1-4C3F-BD1C-C98C9596463C}" type="slidenum">
              <a:rPr lang="en-US" smtClean="0"/>
              <a:pPr/>
              <a:t>10</a:t>
            </a:fld>
            <a:endParaRPr lang="en-US" dirty="0"/>
          </a:p>
        </p:txBody>
      </p:sp>
    </p:spTree>
    <p:extLst>
      <p:ext uri="{BB962C8B-B14F-4D97-AF65-F5344CB8AC3E}">
        <p14:creationId xmlns:p14="http://schemas.microsoft.com/office/powerpoint/2010/main" val="2896292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Bill of Material (BOM) and Cost Estimate</a:t>
            </a:r>
            <a:endParaRPr lang="en-US" dirty="0"/>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11</a:t>
            </a:fld>
            <a:endParaRPr lang="en-US" dirty="0"/>
          </a:p>
        </p:txBody>
      </p:sp>
      <p:graphicFrame>
        <p:nvGraphicFramePr>
          <p:cNvPr id="3" name="Table 2">
            <a:extLst>
              <a:ext uri="{FF2B5EF4-FFF2-40B4-BE49-F238E27FC236}">
                <a16:creationId xmlns:a16="http://schemas.microsoft.com/office/drawing/2014/main" id="{C8FEDFA2-43CD-8FCC-61E3-A0D3AE93B5CC}"/>
              </a:ext>
            </a:extLst>
          </p:cNvPr>
          <p:cNvGraphicFramePr>
            <a:graphicFrameLocks noGrp="1"/>
          </p:cNvGraphicFramePr>
          <p:nvPr>
            <p:extLst>
              <p:ext uri="{D42A27DB-BD31-4B8C-83A1-F6EECF244321}">
                <p14:modId xmlns:p14="http://schemas.microsoft.com/office/powerpoint/2010/main" val="909935112"/>
              </p:ext>
            </p:extLst>
          </p:nvPr>
        </p:nvGraphicFramePr>
        <p:xfrm>
          <a:off x="111618" y="1234951"/>
          <a:ext cx="11993121" cy="5596147"/>
        </p:xfrm>
        <a:graphic>
          <a:graphicData uri="http://schemas.openxmlformats.org/drawingml/2006/table">
            <a:tbl>
              <a:tblPr firstRow="1" bandRow="1">
                <a:tableStyleId>{5C22544A-7EE6-4342-B048-85BDC9FD1C3A}</a:tableStyleId>
              </a:tblPr>
              <a:tblGrid>
                <a:gridCol w="1590202">
                  <a:extLst>
                    <a:ext uri="{9D8B030D-6E8A-4147-A177-3AD203B41FA5}">
                      <a16:colId xmlns:a16="http://schemas.microsoft.com/office/drawing/2014/main" val="2414605710"/>
                    </a:ext>
                  </a:extLst>
                </a:gridCol>
                <a:gridCol w="2579386">
                  <a:extLst>
                    <a:ext uri="{9D8B030D-6E8A-4147-A177-3AD203B41FA5}">
                      <a16:colId xmlns:a16="http://schemas.microsoft.com/office/drawing/2014/main" val="3835294498"/>
                    </a:ext>
                  </a:extLst>
                </a:gridCol>
                <a:gridCol w="1839048">
                  <a:extLst>
                    <a:ext uri="{9D8B030D-6E8A-4147-A177-3AD203B41FA5}">
                      <a16:colId xmlns:a16="http://schemas.microsoft.com/office/drawing/2014/main" val="2886030538"/>
                    </a:ext>
                  </a:extLst>
                </a:gridCol>
                <a:gridCol w="1584571">
                  <a:extLst>
                    <a:ext uri="{9D8B030D-6E8A-4147-A177-3AD203B41FA5}">
                      <a16:colId xmlns:a16="http://schemas.microsoft.com/office/drawing/2014/main" val="934189123"/>
                    </a:ext>
                  </a:extLst>
                </a:gridCol>
                <a:gridCol w="1219510">
                  <a:extLst>
                    <a:ext uri="{9D8B030D-6E8A-4147-A177-3AD203B41FA5}">
                      <a16:colId xmlns:a16="http://schemas.microsoft.com/office/drawing/2014/main" val="2291571"/>
                    </a:ext>
                  </a:extLst>
                </a:gridCol>
                <a:gridCol w="1590202">
                  <a:extLst>
                    <a:ext uri="{9D8B030D-6E8A-4147-A177-3AD203B41FA5}">
                      <a16:colId xmlns:a16="http://schemas.microsoft.com/office/drawing/2014/main" val="978428588"/>
                    </a:ext>
                  </a:extLst>
                </a:gridCol>
                <a:gridCol w="1590202">
                  <a:extLst>
                    <a:ext uri="{9D8B030D-6E8A-4147-A177-3AD203B41FA5}">
                      <a16:colId xmlns:a16="http://schemas.microsoft.com/office/drawing/2014/main" val="1732654965"/>
                    </a:ext>
                  </a:extLst>
                </a:gridCol>
              </a:tblGrid>
              <a:tr h="672727">
                <a:tc>
                  <a:txBody>
                    <a:bodyPr/>
                    <a:lstStyle/>
                    <a:p>
                      <a:r>
                        <a:rPr lang="en-IN" dirty="0"/>
                        <a:t>ITEM</a:t>
                      </a:r>
                    </a:p>
                  </a:txBody>
                  <a:tcPr/>
                </a:tc>
                <a:tc>
                  <a:txBody>
                    <a:bodyPr/>
                    <a:lstStyle/>
                    <a:p>
                      <a:r>
                        <a:rPr lang="en-IN" dirty="0"/>
                        <a:t>DESCRIPTION</a:t>
                      </a:r>
                    </a:p>
                  </a:txBody>
                  <a:tcPr/>
                </a:tc>
                <a:tc>
                  <a:txBody>
                    <a:bodyPr/>
                    <a:lstStyle/>
                    <a:p>
                      <a:r>
                        <a:rPr lang="en-IN" dirty="0"/>
                        <a:t>MANUFACTURER/SOURCE</a:t>
                      </a:r>
                    </a:p>
                  </a:txBody>
                  <a:tcPr/>
                </a:tc>
                <a:tc>
                  <a:txBody>
                    <a:bodyPr/>
                    <a:lstStyle/>
                    <a:p>
                      <a:r>
                        <a:rPr lang="en-IN" dirty="0"/>
                        <a:t>PART#</a:t>
                      </a:r>
                    </a:p>
                  </a:txBody>
                  <a:tcPr/>
                </a:tc>
                <a:tc>
                  <a:txBody>
                    <a:bodyPr/>
                    <a:lstStyle/>
                    <a:p>
                      <a:r>
                        <a:rPr lang="en-IN" dirty="0"/>
                        <a:t>QTY</a:t>
                      </a:r>
                    </a:p>
                  </a:txBody>
                  <a:tcPr/>
                </a:tc>
                <a:tc>
                  <a:txBody>
                    <a:bodyPr/>
                    <a:lstStyle/>
                    <a:p>
                      <a:r>
                        <a:rPr lang="en-IN" dirty="0"/>
                        <a:t>UNIT COST</a:t>
                      </a:r>
                    </a:p>
                  </a:txBody>
                  <a:tcPr/>
                </a:tc>
                <a:tc>
                  <a:txBody>
                    <a:bodyPr/>
                    <a:lstStyle/>
                    <a:p>
                      <a:r>
                        <a:rPr lang="en-IN" dirty="0"/>
                        <a:t>TOTAL  COST</a:t>
                      </a:r>
                    </a:p>
                  </a:txBody>
                  <a:tcPr/>
                </a:tc>
                <a:extLst>
                  <a:ext uri="{0D108BD9-81ED-4DB2-BD59-A6C34878D82A}">
                    <a16:rowId xmlns:a16="http://schemas.microsoft.com/office/drawing/2014/main" val="542726403"/>
                  </a:ext>
                </a:extLst>
              </a:tr>
              <a:tr h="991500">
                <a:tc>
                  <a:txBody>
                    <a:bodyPr/>
                    <a:lstStyle/>
                    <a:p>
                      <a:r>
                        <a:rPr lang="en-IN" dirty="0"/>
                        <a:t>LED Street Light with solar panel</a:t>
                      </a:r>
                    </a:p>
                  </a:txBody>
                  <a:tcPr/>
                </a:tc>
                <a:tc>
                  <a:txBody>
                    <a:bodyPr/>
                    <a:lstStyle/>
                    <a:p>
                      <a:r>
                        <a:rPr lang="en-US" dirty="0"/>
                        <a:t>Energy-efficient, motion-activated, and brightness-adjustable lighting.</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1900</a:t>
                      </a:r>
                    </a:p>
                  </a:txBody>
                  <a:tcPr/>
                </a:tc>
                <a:tc>
                  <a:txBody>
                    <a:bodyPr/>
                    <a:lstStyle/>
                    <a:p>
                      <a:r>
                        <a:rPr lang="en-IN" dirty="0"/>
                        <a:t>1900</a:t>
                      </a:r>
                    </a:p>
                  </a:txBody>
                  <a:tcPr/>
                </a:tc>
                <a:extLst>
                  <a:ext uri="{0D108BD9-81ED-4DB2-BD59-A6C34878D82A}">
                    <a16:rowId xmlns:a16="http://schemas.microsoft.com/office/drawing/2014/main" val="2258033666"/>
                  </a:ext>
                </a:extLst>
              </a:tr>
              <a:tr h="991500">
                <a:tc>
                  <a:txBody>
                    <a:bodyPr/>
                    <a:lstStyle/>
                    <a:p>
                      <a:r>
                        <a:rPr lang="en-IN" dirty="0"/>
                        <a:t>LDR Sensor</a:t>
                      </a:r>
                    </a:p>
                  </a:txBody>
                  <a:tcPr/>
                </a:tc>
                <a:tc>
                  <a:txBody>
                    <a:bodyPr/>
                    <a:lstStyle/>
                    <a:p>
                      <a:r>
                        <a:rPr lang="en-US" dirty="0"/>
                        <a:t>Detects ambient light levels to control LED activation and brightness.</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150</a:t>
                      </a:r>
                    </a:p>
                  </a:txBody>
                  <a:tcPr/>
                </a:tc>
                <a:tc>
                  <a:txBody>
                    <a:bodyPr/>
                    <a:lstStyle/>
                    <a:p>
                      <a:r>
                        <a:rPr lang="en-IN" dirty="0"/>
                        <a:t>150</a:t>
                      </a:r>
                    </a:p>
                  </a:txBody>
                  <a:tcPr/>
                </a:tc>
                <a:extLst>
                  <a:ext uri="{0D108BD9-81ED-4DB2-BD59-A6C34878D82A}">
                    <a16:rowId xmlns:a16="http://schemas.microsoft.com/office/drawing/2014/main" val="2681988642"/>
                  </a:ext>
                </a:extLst>
              </a:tr>
              <a:tr h="762692">
                <a:tc>
                  <a:txBody>
                    <a:bodyPr/>
                    <a:lstStyle/>
                    <a:p>
                      <a:r>
                        <a:rPr lang="en-IN" dirty="0"/>
                        <a:t>PIR Sensor</a:t>
                      </a:r>
                    </a:p>
                  </a:txBody>
                  <a:tcPr/>
                </a:tc>
                <a:tc>
                  <a:txBody>
                    <a:bodyPr/>
                    <a:lstStyle/>
                    <a:p>
                      <a:r>
                        <a:rPr lang="en-US" dirty="0"/>
                        <a:t>Detects motion to adjust LED brightness for energy efficiency.</a:t>
                      </a:r>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150</a:t>
                      </a:r>
                    </a:p>
                  </a:txBody>
                  <a:tcPr/>
                </a:tc>
                <a:tc>
                  <a:txBody>
                    <a:bodyPr/>
                    <a:lstStyle/>
                    <a:p>
                      <a:r>
                        <a:rPr lang="en-IN" dirty="0"/>
                        <a:t>150</a:t>
                      </a:r>
                    </a:p>
                  </a:txBody>
                  <a:tcPr/>
                </a:tc>
                <a:extLst>
                  <a:ext uri="{0D108BD9-81ED-4DB2-BD59-A6C34878D82A}">
                    <a16:rowId xmlns:a16="http://schemas.microsoft.com/office/drawing/2014/main" val="4203102801"/>
                  </a:ext>
                </a:extLst>
              </a:tr>
              <a:tr h="762692">
                <a:tc>
                  <a:txBody>
                    <a:bodyPr/>
                    <a:lstStyle/>
                    <a:p>
                      <a:r>
                        <a:rPr lang="en-IN" dirty="0"/>
                        <a:t>Arduino</a:t>
                      </a:r>
                    </a:p>
                  </a:txBody>
                  <a:tcPr/>
                </a:tc>
                <a:tc>
                  <a:txBody>
                    <a:bodyPr/>
                    <a:lstStyle/>
                    <a:p>
                      <a:r>
                        <a:rPr lang="en-US" dirty="0"/>
                        <a:t>processes sensor data and controls LED operation.</a:t>
                      </a:r>
                      <a:endParaRPr lang="en-IN" dirty="0"/>
                    </a:p>
                  </a:txBody>
                  <a:tcPr/>
                </a:tc>
                <a:tc>
                  <a:txBody>
                    <a:bodyPr/>
                    <a:lstStyle/>
                    <a:p>
                      <a:endParaRPr lang="en-IN"/>
                    </a:p>
                  </a:txBody>
                  <a:tcPr/>
                </a:tc>
                <a:tc>
                  <a:txBody>
                    <a:bodyPr/>
                    <a:lstStyle/>
                    <a:p>
                      <a:endParaRPr lang="en-IN" dirty="0"/>
                    </a:p>
                  </a:txBody>
                  <a:tcPr/>
                </a:tc>
                <a:tc>
                  <a:txBody>
                    <a:bodyPr/>
                    <a:lstStyle/>
                    <a:p>
                      <a:r>
                        <a:rPr lang="en-IN" dirty="0"/>
                        <a:t>1</a:t>
                      </a:r>
                    </a:p>
                  </a:txBody>
                  <a:tcPr/>
                </a:tc>
                <a:tc>
                  <a:txBody>
                    <a:bodyPr/>
                    <a:lstStyle/>
                    <a:p>
                      <a:r>
                        <a:rPr lang="en-IN" dirty="0"/>
                        <a:t>350</a:t>
                      </a:r>
                    </a:p>
                  </a:txBody>
                  <a:tcPr/>
                </a:tc>
                <a:tc>
                  <a:txBody>
                    <a:bodyPr/>
                    <a:lstStyle/>
                    <a:p>
                      <a:r>
                        <a:rPr lang="en-IN" dirty="0"/>
                        <a:t>350</a:t>
                      </a:r>
                    </a:p>
                  </a:txBody>
                  <a:tcPr/>
                </a:tc>
                <a:extLst>
                  <a:ext uri="{0D108BD9-81ED-4DB2-BD59-A6C34878D82A}">
                    <a16:rowId xmlns:a16="http://schemas.microsoft.com/office/drawing/2014/main" val="3393244545"/>
                  </a:ext>
                </a:extLst>
              </a:tr>
              <a:tr h="762692">
                <a:tc>
                  <a:txBody>
                    <a:bodyPr/>
                    <a:lstStyle/>
                    <a:p>
                      <a:r>
                        <a:rPr lang="en-IN" dirty="0"/>
                        <a:t>IP65,IP66,IP67 Sensor</a:t>
                      </a:r>
                    </a:p>
                  </a:txBody>
                  <a:tcPr/>
                </a:tc>
                <a:tc>
                  <a:txBody>
                    <a:bodyPr/>
                    <a:lstStyle/>
                    <a:p>
                      <a:r>
                        <a:rPr lang="en-US" dirty="0"/>
                        <a:t>Dust-tight and water-resistant sensor for harsh environments</a:t>
                      </a:r>
                      <a:endParaRPr lang="en-IN" dirty="0"/>
                    </a:p>
                  </a:txBody>
                  <a:tcPr/>
                </a:tc>
                <a:tc>
                  <a:txBody>
                    <a:bodyPr/>
                    <a:lstStyle/>
                    <a:p>
                      <a:endParaRPr lang="en-IN"/>
                    </a:p>
                  </a:txBody>
                  <a:tcPr/>
                </a:tc>
                <a:tc>
                  <a:txBody>
                    <a:bodyPr/>
                    <a:lstStyle/>
                    <a:p>
                      <a:endParaRPr lang="en-IN" dirty="0"/>
                    </a:p>
                  </a:txBody>
                  <a:tcPr/>
                </a:tc>
                <a:tc>
                  <a:txBody>
                    <a:bodyPr/>
                    <a:lstStyle/>
                    <a:p>
                      <a:r>
                        <a:rPr lang="en-IN" dirty="0"/>
                        <a:t>3</a:t>
                      </a:r>
                    </a:p>
                  </a:txBody>
                  <a:tcPr/>
                </a:tc>
                <a:tc>
                  <a:txBody>
                    <a:bodyPr/>
                    <a:lstStyle/>
                    <a:p>
                      <a:r>
                        <a:rPr lang="en-IN" dirty="0"/>
                        <a:t>1500</a:t>
                      </a:r>
                    </a:p>
                  </a:txBody>
                  <a:tcPr/>
                </a:tc>
                <a:tc>
                  <a:txBody>
                    <a:bodyPr/>
                    <a:lstStyle/>
                    <a:p>
                      <a:r>
                        <a:rPr lang="en-IN" dirty="0"/>
                        <a:t>4500</a:t>
                      </a:r>
                    </a:p>
                  </a:txBody>
                  <a:tcPr/>
                </a:tc>
                <a:extLst>
                  <a:ext uri="{0D108BD9-81ED-4DB2-BD59-A6C34878D82A}">
                    <a16:rowId xmlns:a16="http://schemas.microsoft.com/office/drawing/2014/main" val="3522504073"/>
                  </a:ext>
                </a:extLst>
              </a:tr>
            </a:tbl>
          </a:graphicData>
        </a:graphic>
      </p:graphicFrame>
    </p:spTree>
    <p:extLst>
      <p:ext uri="{BB962C8B-B14F-4D97-AF65-F5344CB8AC3E}">
        <p14:creationId xmlns:p14="http://schemas.microsoft.com/office/powerpoint/2010/main" val="2555289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84DF7-2B44-5905-CD99-C8A18A3EB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489B7-E077-560B-7011-DD6230B09201}"/>
              </a:ext>
            </a:extLst>
          </p:cNvPr>
          <p:cNvSpPr>
            <a:spLocks noGrp="1"/>
          </p:cNvSpPr>
          <p:nvPr>
            <p:ph type="title"/>
          </p:nvPr>
        </p:nvSpPr>
        <p:spPr/>
        <p:txBody>
          <a:bodyPr/>
          <a:lstStyle/>
          <a:p>
            <a:r>
              <a:rPr lang="en-IN" dirty="0"/>
              <a:t>Bill of Material (BOM) and Cost Estimate</a:t>
            </a:r>
            <a:endParaRPr lang="en-US" dirty="0"/>
          </a:p>
        </p:txBody>
      </p:sp>
      <p:sp>
        <p:nvSpPr>
          <p:cNvPr id="7" name="Date Placeholder 6">
            <a:extLst>
              <a:ext uri="{FF2B5EF4-FFF2-40B4-BE49-F238E27FC236}">
                <a16:creationId xmlns:a16="http://schemas.microsoft.com/office/drawing/2014/main" id="{649E5C36-C962-C039-4883-CCE3AE9933D2}"/>
              </a:ext>
            </a:extLst>
          </p:cNvPr>
          <p:cNvSpPr>
            <a:spLocks noGrp="1"/>
          </p:cNvSpPr>
          <p:nvPr>
            <p:ph type="dt" sz="half" idx="2"/>
          </p:nvPr>
        </p:nvSpPr>
        <p:spPr/>
        <p:txBody>
          <a:bodyPr/>
          <a:lstStyle/>
          <a:p>
            <a:r>
              <a:rPr lang="en-US"/>
              <a:t>June 2024</a:t>
            </a:r>
            <a:endParaRPr lang="en-US" dirty="0"/>
          </a:p>
        </p:txBody>
      </p:sp>
      <p:sp>
        <p:nvSpPr>
          <p:cNvPr id="8" name="Footer Placeholder 7">
            <a:extLst>
              <a:ext uri="{FF2B5EF4-FFF2-40B4-BE49-F238E27FC236}">
                <a16:creationId xmlns:a16="http://schemas.microsoft.com/office/drawing/2014/main" id="{F717660D-2E90-B64C-84AD-B7CCAAF20E2F}"/>
              </a:ext>
            </a:extLst>
          </p:cNvPr>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a:extLst>
              <a:ext uri="{FF2B5EF4-FFF2-40B4-BE49-F238E27FC236}">
                <a16:creationId xmlns:a16="http://schemas.microsoft.com/office/drawing/2014/main" id="{2C9ECDCD-D66E-277D-CDD7-91EEF8AED7E1}"/>
              </a:ext>
            </a:extLst>
          </p:cNvPr>
          <p:cNvSpPr>
            <a:spLocks noGrp="1"/>
          </p:cNvSpPr>
          <p:nvPr>
            <p:ph type="sldNum" sz="quarter" idx="4"/>
          </p:nvPr>
        </p:nvSpPr>
        <p:spPr/>
        <p:txBody>
          <a:bodyPr/>
          <a:lstStyle/>
          <a:p>
            <a:fld id="{3A98EE3D-8CD1-4C3F-BD1C-C98C9596463C}" type="slidenum">
              <a:rPr lang="en-US" smtClean="0"/>
              <a:pPr/>
              <a:t>12</a:t>
            </a:fld>
            <a:endParaRPr lang="en-US" dirty="0"/>
          </a:p>
        </p:txBody>
      </p:sp>
      <p:graphicFrame>
        <p:nvGraphicFramePr>
          <p:cNvPr id="3" name="Table 2">
            <a:extLst>
              <a:ext uri="{FF2B5EF4-FFF2-40B4-BE49-F238E27FC236}">
                <a16:creationId xmlns:a16="http://schemas.microsoft.com/office/drawing/2014/main" id="{F696CD57-1528-6C03-9DFE-E9D0C7725B57}"/>
              </a:ext>
            </a:extLst>
          </p:cNvPr>
          <p:cNvGraphicFramePr>
            <a:graphicFrameLocks noGrp="1"/>
          </p:cNvGraphicFramePr>
          <p:nvPr>
            <p:extLst>
              <p:ext uri="{D42A27DB-BD31-4B8C-83A1-F6EECF244321}">
                <p14:modId xmlns:p14="http://schemas.microsoft.com/office/powerpoint/2010/main" val="3452235743"/>
              </p:ext>
            </p:extLst>
          </p:nvPr>
        </p:nvGraphicFramePr>
        <p:xfrm>
          <a:off x="207484" y="1441280"/>
          <a:ext cx="11777031" cy="5080360"/>
        </p:xfrm>
        <a:graphic>
          <a:graphicData uri="http://schemas.openxmlformats.org/drawingml/2006/table">
            <a:tbl>
              <a:tblPr firstRow="1" bandRow="1">
                <a:tableStyleId>{5C22544A-7EE6-4342-B048-85BDC9FD1C3A}</a:tableStyleId>
              </a:tblPr>
              <a:tblGrid>
                <a:gridCol w="1682433">
                  <a:extLst>
                    <a:ext uri="{9D8B030D-6E8A-4147-A177-3AD203B41FA5}">
                      <a16:colId xmlns:a16="http://schemas.microsoft.com/office/drawing/2014/main" val="2449164270"/>
                    </a:ext>
                  </a:extLst>
                </a:gridCol>
                <a:gridCol w="2477688">
                  <a:extLst>
                    <a:ext uri="{9D8B030D-6E8A-4147-A177-3AD203B41FA5}">
                      <a16:colId xmlns:a16="http://schemas.microsoft.com/office/drawing/2014/main" val="3212534755"/>
                    </a:ext>
                  </a:extLst>
                </a:gridCol>
                <a:gridCol w="1807284">
                  <a:extLst>
                    <a:ext uri="{9D8B030D-6E8A-4147-A177-3AD203B41FA5}">
                      <a16:colId xmlns:a16="http://schemas.microsoft.com/office/drawing/2014/main" val="995912159"/>
                    </a:ext>
                  </a:extLst>
                </a:gridCol>
                <a:gridCol w="1473798">
                  <a:extLst>
                    <a:ext uri="{9D8B030D-6E8A-4147-A177-3AD203B41FA5}">
                      <a16:colId xmlns:a16="http://schemas.microsoft.com/office/drawing/2014/main" val="3459489805"/>
                    </a:ext>
                  </a:extLst>
                </a:gridCol>
                <a:gridCol w="970962">
                  <a:extLst>
                    <a:ext uri="{9D8B030D-6E8A-4147-A177-3AD203B41FA5}">
                      <a16:colId xmlns:a16="http://schemas.microsoft.com/office/drawing/2014/main" val="3932450519"/>
                    </a:ext>
                  </a:extLst>
                </a:gridCol>
                <a:gridCol w="1682433">
                  <a:extLst>
                    <a:ext uri="{9D8B030D-6E8A-4147-A177-3AD203B41FA5}">
                      <a16:colId xmlns:a16="http://schemas.microsoft.com/office/drawing/2014/main" val="3919361304"/>
                    </a:ext>
                  </a:extLst>
                </a:gridCol>
                <a:gridCol w="1682433">
                  <a:extLst>
                    <a:ext uri="{9D8B030D-6E8A-4147-A177-3AD203B41FA5}">
                      <a16:colId xmlns:a16="http://schemas.microsoft.com/office/drawing/2014/main" val="640956211"/>
                    </a:ext>
                  </a:extLst>
                </a:gridCol>
              </a:tblGrid>
              <a:tr h="874120">
                <a:tc>
                  <a:txBody>
                    <a:bodyPr/>
                    <a:lstStyle/>
                    <a:p>
                      <a:r>
                        <a:rPr lang="en-IN" dirty="0"/>
                        <a:t>ITEM</a:t>
                      </a:r>
                    </a:p>
                  </a:txBody>
                  <a:tcPr/>
                </a:tc>
                <a:tc>
                  <a:txBody>
                    <a:bodyPr/>
                    <a:lstStyle/>
                    <a:p>
                      <a:r>
                        <a:rPr lang="en-IN" dirty="0"/>
                        <a:t>DESCRIPTION</a:t>
                      </a:r>
                    </a:p>
                  </a:txBody>
                  <a:tcPr/>
                </a:tc>
                <a:tc>
                  <a:txBody>
                    <a:bodyPr/>
                    <a:lstStyle/>
                    <a:p>
                      <a:r>
                        <a:rPr lang="en-IN" dirty="0"/>
                        <a:t>MANUFACTURER/SOURCE</a:t>
                      </a:r>
                    </a:p>
                  </a:txBody>
                  <a:tcPr/>
                </a:tc>
                <a:tc>
                  <a:txBody>
                    <a:bodyPr/>
                    <a:lstStyle/>
                    <a:p>
                      <a:r>
                        <a:rPr lang="en-IN" dirty="0"/>
                        <a:t>PART#</a:t>
                      </a:r>
                    </a:p>
                  </a:txBody>
                  <a:tcPr/>
                </a:tc>
                <a:tc>
                  <a:txBody>
                    <a:bodyPr/>
                    <a:lstStyle/>
                    <a:p>
                      <a:r>
                        <a:rPr lang="en-IN" dirty="0"/>
                        <a:t>QTY</a:t>
                      </a:r>
                    </a:p>
                  </a:txBody>
                  <a:tcPr/>
                </a:tc>
                <a:tc>
                  <a:txBody>
                    <a:bodyPr/>
                    <a:lstStyle/>
                    <a:p>
                      <a:r>
                        <a:rPr lang="en-IN" dirty="0"/>
                        <a:t>UNIT COST</a:t>
                      </a:r>
                    </a:p>
                  </a:txBody>
                  <a:tcPr/>
                </a:tc>
                <a:tc>
                  <a:txBody>
                    <a:bodyPr/>
                    <a:lstStyle/>
                    <a:p>
                      <a:r>
                        <a:rPr lang="en-IN" dirty="0"/>
                        <a:t>TOTAL  COST</a:t>
                      </a:r>
                    </a:p>
                  </a:txBody>
                  <a:tcPr/>
                </a:tc>
                <a:extLst>
                  <a:ext uri="{0D108BD9-81ED-4DB2-BD59-A6C34878D82A}">
                    <a16:rowId xmlns:a16="http://schemas.microsoft.com/office/drawing/2014/main" val="4067045296"/>
                  </a:ext>
                </a:extLst>
              </a:tr>
              <a:tr h="874120">
                <a:tc>
                  <a:txBody>
                    <a:bodyPr/>
                    <a:lstStyle/>
                    <a:p>
                      <a:r>
                        <a:rPr lang="en-IN" dirty="0"/>
                        <a:t>Rechargeable Battery</a:t>
                      </a:r>
                    </a:p>
                  </a:txBody>
                  <a:tcPr/>
                </a:tc>
                <a:tc>
                  <a:txBody>
                    <a:bodyPr/>
                    <a:lstStyle/>
                    <a:p>
                      <a:r>
                        <a:rPr lang="en-US" dirty="0"/>
                        <a:t>Stores energy to power the system during low or no power supply.</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500</a:t>
                      </a:r>
                    </a:p>
                  </a:txBody>
                  <a:tcPr/>
                </a:tc>
                <a:tc>
                  <a:txBody>
                    <a:bodyPr/>
                    <a:lstStyle/>
                    <a:p>
                      <a:r>
                        <a:rPr lang="en-IN" dirty="0"/>
                        <a:t>500</a:t>
                      </a:r>
                    </a:p>
                  </a:txBody>
                  <a:tcPr/>
                </a:tc>
                <a:extLst>
                  <a:ext uri="{0D108BD9-81ED-4DB2-BD59-A6C34878D82A}">
                    <a16:rowId xmlns:a16="http://schemas.microsoft.com/office/drawing/2014/main" val="1281413691"/>
                  </a:ext>
                </a:extLst>
              </a:tr>
              <a:tr h="874120">
                <a:tc>
                  <a:txBody>
                    <a:bodyPr/>
                    <a:lstStyle/>
                    <a:p>
                      <a:r>
                        <a:rPr lang="en-IN" dirty="0"/>
                        <a:t>Resistors &amp; Wiring</a:t>
                      </a:r>
                    </a:p>
                  </a:txBody>
                  <a:tcPr/>
                </a:tc>
                <a:tc>
                  <a:txBody>
                    <a:bodyPr/>
                    <a:lstStyle/>
                    <a:p>
                      <a:r>
                        <a:rPr lang="en-US" dirty="0"/>
                        <a:t>Control current flow and connect components for stable operation.</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300</a:t>
                      </a:r>
                    </a:p>
                  </a:txBody>
                  <a:tcPr/>
                </a:tc>
                <a:tc>
                  <a:txBody>
                    <a:bodyPr/>
                    <a:lstStyle/>
                    <a:p>
                      <a:r>
                        <a:rPr lang="en-IN" dirty="0"/>
                        <a:t>300</a:t>
                      </a:r>
                    </a:p>
                  </a:txBody>
                  <a:tcPr/>
                </a:tc>
                <a:extLst>
                  <a:ext uri="{0D108BD9-81ED-4DB2-BD59-A6C34878D82A}">
                    <a16:rowId xmlns:a16="http://schemas.microsoft.com/office/drawing/2014/main" val="4229571570"/>
                  </a:ext>
                </a:extLst>
              </a:tr>
              <a:tr h="874120">
                <a:tc>
                  <a:txBody>
                    <a:bodyPr/>
                    <a:lstStyle/>
                    <a:p>
                      <a:r>
                        <a:rPr lang="en-IN" dirty="0"/>
                        <a:t>Enclosure/</a:t>
                      </a:r>
                    </a:p>
                    <a:p>
                      <a:r>
                        <a:rPr lang="en-IN" dirty="0"/>
                        <a:t>Frame</a:t>
                      </a:r>
                    </a:p>
                  </a:txBody>
                  <a:tcPr/>
                </a:tc>
                <a:tc>
                  <a:txBody>
                    <a:bodyPr/>
                    <a:lstStyle/>
                    <a:p>
                      <a:r>
                        <a:rPr lang="en-US" dirty="0"/>
                        <a:t>Protects internal components and provides structural support.</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400</a:t>
                      </a:r>
                    </a:p>
                  </a:txBody>
                  <a:tcPr/>
                </a:tc>
                <a:tc>
                  <a:txBody>
                    <a:bodyPr/>
                    <a:lstStyle/>
                    <a:p>
                      <a:r>
                        <a:rPr lang="en-IN" dirty="0"/>
                        <a:t>400</a:t>
                      </a:r>
                    </a:p>
                  </a:txBody>
                  <a:tcPr/>
                </a:tc>
                <a:extLst>
                  <a:ext uri="{0D108BD9-81ED-4DB2-BD59-A6C34878D82A}">
                    <a16:rowId xmlns:a16="http://schemas.microsoft.com/office/drawing/2014/main" val="1641832759"/>
                  </a:ext>
                </a:extLst>
              </a:tr>
              <a:tr h="874120">
                <a:tc>
                  <a:txBody>
                    <a:bodyPr/>
                    <a:lstStyle/>
                    <a:p>
                      <a:r>
                        <a:rPr lang="en-IN"/>
                        <a:t>Power Backup </a:t>
                      </a:r>
                      <a:endParaRPr lang="en-IN" dirty="0"/>
                    </a:p>
                  </a:txBody>
                  <a:tcPr/>
                </a:tc>
                <a:tc>
                  <a:txBody>
                    <a:bodyPr/>
                    <a:lstStyle/>
                    <a:p>
                      <a:r>
                        <a:rPr lang="en-US" dirty="0"/>
                        <a:t>Battery stores energy generated by the solar panel for powering the street light at night</a:t>
                      </a:r>
                      <a:endParaRPr lang="en-IN" dirty="0"/>
                    </a:p>
                  </a:txBody>
                  <a:tcPr/>
                </a:tc>
                <a:tc>
                  <a:txBody>
                    <a:bodyPr/>
                    <a:lstStyle/>
                    <a:p>
                      <a:endParaRPr lang="en-IN"/>
                    </a:p>
                  </a:txBody>
                  <a:tcPr/>
                </a:tc>
                <a:tc>
                  <a:txBody>
                    <a:bodyPr/>
                    <a:lstStyle/>
                    <a:p>
                      <a:endParaRPr lang="en-IN"/>
                    </a:p>
                  </a:txBody>
                  <a:tcPr/>
                </a:tc>
                <a:tc>
                  <a:txBody>
                    <a:bodyPr/>
                    <a:lstStyle/>
                    <a:p>
                      <a:r>
                        <a:rPr lang="en-IN" dirty="0"/>
                        <a:t>1</a:t>
                      </a:r>
                    </a:p>
                  </a:txBody>
                  <a:tcPr/>
                </a:tc>
                <a:tc>
                  <a:txBody>
                    <a:bodyPr/>
                    <a:lstStyle/>
                    <a:p>
                      <a:r>
                        <a:rPr lang="en-IN" dirty="0"/>
                        <a:t>8000</a:t>
                      </a:r>
                    </a:p>
                  </a:txBody>
                  <a:tcPr/>
                </a:tc>
                <a:tc>
                  <a:txBody>
                    <a:bodyPr/>
                    <a:lstStyle/>
                    <a:p>
                      <a:r>
                        <a:rPr lang="en-IN" dirty="0"/>
                        <a:t>8000</a:t>
                      </a:r>
                    </a:p>
                  </a:txBody>
                  <a:tcPr/>
                </a:tc>
                <a:extLst>
                  <a:ext uri="{0D108BD9-81ED-4DB2-BD59-A6C34878D82A}">
                    <a16:rowId xmlns:a16="http://schemas.microsoft.com/office/drawing/2014/main" val="3628958112"/>
                  </a:ext>
                </a:extLst>
              </a:tr>
            </a:tbl>
          </a:graphicData>
        </a:graphic>
      </p:graphicFrame>
    </p:spTree>
    <p:extLst>
      <p:ext uri="{BB962C8B-B14F-4D97-AF65-F5344CB8AC3E}">
        <p14:creationId xmlns:p14="http://schemas.microsoft.com/office/powerpoint/2010/main" val="47495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Gantt Chart -- Project Plan</a:t>
            </a:r>
            <a:endParaRPr lang="en-US" dirty="0"/>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13</a:t>
            </a:fld>
            <a:endParaRPr lang="en-US" dirty="0"/>
          </a:p>
        </p:txBody>
      </p:sp>
      <p:graphicFrame>
        <p:nvGraphicFramePr>
          <p:cNvPr id="12" name="Table 13">
            <a:extLst>
              <a:ext uri="{FF2B5EF4-FFF2-40B4-BE49-F238E27FC236}">
                <a16:creationId xmlns:a16="http://schemas.microsoft.com/office/drawing/2014/main" id="{B870A25D-5FD8-49C9-5D4E-9AF7835EFA51}"/>
              </a:ext>
            </a:extLst>
          </p:cNvPr>
          <p:cNvGraphicFramePr>
            <a:graphicFrameLocks noGrp="1"/>
          </p:cNvGraphicFramePr>
          <p:nvPr>
            <p:extLst>
              <p:ext uri="{D42A27DB-BD31-4B8C-83A1-F6EECF244321}">
                <p14:modId xmlns:p14="http://schemas.microsoft.com/office/powerpoint/2010/main" val="3676043849"/>
              </p:ext>
            </p:extLst>
          </p:nvPr>
        </p:nvGraphicFramePr>
        <p:xfrm>
          <a:off x="419099" y="1570566"/>
          <a:ext cx="11353801" cy="4703236"/>
        </p:xfrm>
        <a:graphic>
          <a:graphicData uri="http://schemas.openxmlformats.org/drawingml/2006/table">
            <a:tbl>
              <a:tblPr firstRow="1" bandRow="1">
                <a:tableStyleId>{69012ECD-51FC-41F1-AA8D-1B2483CD663E}</a:tableStyleId>
              </a:tblPr>
              <a:tblGrid>
                <a:gridCol w="2794000">
                  <a:extLst>
                    <a:ext uri="{9D8B030D-6E8A-4147-A177-3AD203B41FA5}">
                      <a16:colId xmlns:a16="http://schemas.microsoft.com/office/drawing/2014/main" val="1932745956"/>
                    </a:ext>
                  </a:extLst>
                </a:gridCol>
                <a:gridCol w="982383">
                  <a:extLst>
                    <a:ext uri="{9D8B030D-6E8A-4147-A177-3AD203B41FA5}">
                      <a16:colId xmlns:a16="http://schemas.microsoft.com/office/drawing/2014/main" val="1802791081"/>
                    </a:ext>
                  </a:extLst>
                </a:gridCol>
                <a:gridCol w="919795">
                  <a:extLst>
                    <a:ext uri="{9D8B030D-6E8A-4147-A177-3AD203B41FA5}">
                      <a16:colId xmlns:a16="http://schemas.microsoft.com/office/drawing/2014/main" val="3789117698"/>
                    </a:ext>
                  </a:extLst>
                </a:gridCol>
                <a:gridCol w="951089">
                  <a:extLst>
                    <a:ext uri="{9D8B030D-6E8A-4147-A177-3AD203B41FA5}">
                      <a16:colId xmlns:a16="http://schemas.microsoft.com/office/drawing/2014/main" val="2352602808"/>
                    </a:ext>
                  </a:extLst>
                </a:gridCol>
                <a:gridCol w="951089">
                  <a:extLst>
                    <a:ext uri="{9D8B030D-6E8A-4147-A177-3AD203B41FA5}">
                      <a16:colId xmlns:a16="http://schemas.microsoft.com/office/drawing/2014/main" val="2225083740"/>
                    </a:ext>
                  </a:extLst>
                </a:gridCol>
                <a:gridCol w="951089">
                  <a:extLst>
                    <a:ext uri="{9D8B030D-6E8A-4147-A177-3AD203B41FA5}">
                      <a16:colId xmlns:a16="http://schemas.microsoft.com/office/drawing/2014/main" val="2149320251"/>
                    </a:ext>
                  </a:extLst>
                </a:gridCol>
                <a:gridCol w="951089">
                  <a:extLst>
                    <a:ext uri="{9D8B030D-6E8A-4147-A177-3AD203B41FA5}">
                      <a16:colId xmlns:a16="http://schemas.microsoft.com/office/drawing/2014/main" val="2414300857"/>
                    </a:ext>
                  </a:extLst>
                </a:gridCol>
                <a:gridCol w="951089">
                  <a:extLst>
                    <a:ext uri="{9D8B030D-6E8A-4147-A177-3AD203B41FA5}">
                      <a16:colId xmlns:a16="http://schemas.microsoft.com/office/drawing/2014/main" val="3250804763"/>
                    </a:ext>
                  </a:extLst>
                </a:gridCol>
                <a:gridCol w="951089">
                  <a:extLst>
                    <a:ext uri="{9D8B030D-6E8A-4147-A177-3AD203B41FA5}">
                      <a16:colId xmlns:a16="http://schemas.microsoft.com/office/drawing/2014/main" val="28544064"/>
                    </a:ext>
                  </a:extLst>
                </a:gridCol>
                <a:gridCol w="951089">
                  <a:extLst>
                    <a:ext uri="{9D8B030D-6E8A-4147-A177-3AD203B41FA5}">
                      <a16:colId xmlns:a16="http://schemas.microsoft.com/office/drawing/2014/main" val="1450638949"/>
                    </a:ext>
                  </a:extLst>
                </a:gridCol>
              </a:tblGrid>
              <a:tr h="456284">
                <a:tc>
                  <a:txBody>
                    <a:bodyPr/>
                    <a:lstStyle/>
                    <a:p>
                      <a:r>
                        <a:rPr lang="en-IN" sz="2000" dirty="0"/>
                        <a:t>Task/Activity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950744"/>
                  </a:ext>
                </a:extLst>
              </a:tr>
              <a:tr h="456284">
                <a:tc>
                  <a:txBody>
                    <a:bodyPr/>
                    <a:lstStyle/>
                    <a:p>
                      <a:pPr algn="r"/>
                      <a:r>
                        <a:rPr lang="en-IN" sz="2000" dirty="0" err="1"/>
                        <a:t>Wk</a:t>
                      </a:r>
                      <a:r>
                        <a:rPr lang="en-IN" sz="2000" dirty="0"/>
                        <a:t> start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43705"/>
                  </a:ext>
                </a:extLst>
              </a:tr>
              <a:tr h="456284">
                <a:tc>
                  <a:txBody>
                    <a:bodyPr/>
                    <a:lstStyle/>
                    <a:p>
                      <a:pPr algn="r"/>
                      <a:r>
                        <a:rPr lang="en-IN" sz="2000" dirty="0" err="1"/>
                        <a:t>Wk</a:t>
                      </a:r>
                      <a:r>
                        <a:rPr lang="en-IN" sz="2000" dirty="0"/>
                        <a:t> end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3540059"/>
                  </a:ext>
                </a:extLst>
              </a:tr>
              <a:tr h="456284">
                <a:tc>
                  <a:txBody>
                    <a:bodyPr/>
                    <a:lstStyle/>
                    <a:p>
                      <a:r>
                        <a:rPr lang="en-IN" sz="2000" dirty="0"/>
                        <a:t>List 3 design alternatives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IN"/>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dirty="0"/>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9621411"/>
                  </a:ext>
                </a:extLst>
              </a:tr>
              <a:tr h="456284">
                <a:tc>
                  <a:txBody>
                    <a:bodyPr/>
                    <a:lstStyle/>
                    <a:p>
                      <a:r>
                        <a:rPr lang="en-IN" sz="2000" dirty="0"/>
                        <a:t>Freeze on one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dirty="0"/>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6969200"/>
                  </a:ext>
                </a:extLst>
              </a:tr>
              <a:tr h="807272">
                <a:tc>
                  <a:txBody>
                    <a:bodyPr/>
                    <a:lstStyle/>
                    <a:p>
                      <a:r>
                        <a:rPr lang="en-IN" sz="2000" dirty="0"/>
                        <a:t>Design Presentation/ Review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dirty="0"/>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0709710"/>
                  </a:ext>
                </a:extLst>
              </a:tr>
              <a:tr h="807272">
                <a:tc>
                  <a:txBody>
                    <a:bodyPr/>
                    <a:lstStyle/>
                    <a:p>
                      <a:r>
                        <a:rPr lang="en-IN" sz="2000" dirty="0"/>
                        <a:t>Detailed design, BOM, place orders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IN" sz="2000" dirty="0"/>
                        <a:t>✅</a:t>
                      </a:r>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4860316"/>
                  </a:ext>
                </a:extLst>
              </a:tr>
              <a:tr h="807272">
                <a:tc>
                  <a:txBody>
                    <a:bodyPr/>
                    <a:lstStyle/>
                    <a:p>
                      <a:r>
                        <a:rPr lang="en-IN" sz="2000" dirty="0"/>
                        <a:t>Implementation and 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endParaRPr lang="en-IN" sz="200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en-IN"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568838"/>
                  </a:ext>
                </a:extLst>
              </a:tr>
            </a:tbl>
          </a:graphicData>
        </a:graphic>
      </p:graphicFrame>
    </p:spTree>
    <p:extLst>
      <p:ext uri="{BB962C8B-B14F-4D97-AF65-F5344CB8AC3E}">
        <p14:creationId xmlns:p14="http://schemas.microsoft.com/office/powerpoint/2010/main" val="792660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Gantt Chart -- Project Plan				..</a:t>
            </a:r>
            <a:r>
              <a:rPr lang="en-IN" dirty="0" err="1"/>
              <a:t>contd</a:t>
            </a:r>
            <a:endParaRPr lang="en-US" dirty="0"/>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14</a:t>
            </a:fld>
            <a:endParaRPr lang="en-US" dirty="0"/>
          </a:p>
        </p:txBody>
      </p:sp>
      <p:graphicFrame>
        <p:nvGraphicFramePr>
          <p:cNvPr id="12" name="Table 13">
            <a:extLst>
              <a:ext uri="{FF2B5EF4-FFF2-40B4-BE49-F238E27FC236}">
                <a16:creationId xmlns:a16="http://schemas.microsoft.com/office/drawing/2014/main" id="{B870A25D-5FD8-49C9-5D4E-9AF7835EFA51}"/>
              </a:ext>
            </a:extLst>
          </p:cNvPr>
          <p:cNvGraphicFramePr>
            <a:graphicFrameLocks noGrp="1"/>
          </p:cNvGraphicFramePr>
          <p:nvPr>
            <p:extLst>
              <p:ext uri="{D42A27DB-BD31-4B8C-83A1-F6EECF244321}">
                <p14:modId xmlns:p14="http://schemas.microsoft.com/office/powerpoint/2010/main" val="4052218460"/>
              </p:ext>
            </p:extLst>
          </p:nvPr>
        </p:nvGraphicFramePr>
        <p:xfrm>
          <a:off x="419099" y="1570566"/>
          <a:ext cx="11353801" cy="4627035"/>
        </p:xfrm>
        <a:graphic>
          <a:graphicData uri="http://schemas.openxmlformats.org/drawingml/2006/table">
            <a:tbl>
              <a:tblPr firstRow="1" bandRow="1">
                <a:tableStyleId>{69012ECD-51FC-41F1-AA8D-1B2483CD663E}</a:tableStyleId>
              </a:tblPr>
              <a:tblGrid>
                <a:gridCol w="2794000">
                  <a:extLst>
                    <a:ext uri="{9D8B030D-6E8A-4147-A177-3AD203B41FA5}">
                      <a16:colId xmlns:a16="http://schemas.microsoft.com/office/drawing/2014/main" val="1932745956"/>
                    </a:ext>
                  </a:extLst>
                </a:gridCol>
                <a:gridCol w="951089">
                  <a:extLst>
                    <a:ext uri="{9D8B030D-6E8A-4147-A177-3AD203B41FA5}">
                      <a16:colId xmlns:a16="http://schemas.microsoft.com/office/drawing/2014/main" val="1802791081"/>
                    </a:ext>
                  </a:extLst>
                </a:gridCol>
                <a:gridCol w="951089">
                  <a:extLst>
                    <a:ext uri="{9D8B030D-6E8A-4147-A177-3AD203B41FA5}">
                      <a16:colId xmlns:a16="http://schemas.microsoft.com/office/drawing/2014/main" val="3789117698"/>
                    </a:ext>
                  </a:extLst>
                </a:gridCol>
                <a:gridCol w="951089">
                  <a:extLst>
                    <a:ext uri="{9D8B030D-6E8A-4147-A177-3AD203B41FA5}">
                      <a16:colId xmlns:a16="http://schemas.microsoft.com/office/drawing/2014/main" val="2352602808"/>
                    </a:ext>
                  </a:extLst>
                </a:gridCol>
                <a:gridCol w="951089">
                  <a:extLst>
                    <a:ext uri="{9D8B030D-6E8A-4147-A177-3AD203B41FA5}">
                      <a16:colId xmlns:a16="http://schemas.microsoft.com/office/drawing/2014/main" val="2225083740"/>
                    </a:ext>
                  </a:extLst>
                </a:gridCol>
                <a:gridCol w="951089">
                  <a:extLst>
                    <a:ext uri="{9D8B030D-6E8A-4147-A177-3AD203B41FA5}">
                      <a16:colId xmlns:a16="http://schemas.microsoft.com/office/drawing/2014/main" val="2149320251"/>
                    </a:ext>
                  </a:extLst>
                </a:gridCol>
                <a:gridCol w="951089">
                  <a:extLst>
                    <a:ext uri="{9D8B030D-6E8A-4147-A177-3AD203B41FA5}">
                      <a16:colId xmlns:a16="http://schemas.microsoft.com/office/drawing/2014/main" val="2414300857"/>
                    </a:ext>
                  </a:extLst>
                </a:gridCol>
                <a:gridCol w="951089">
                  <a:extLst>
                    <a:ext uri="{9D8B030D-6E8A-4147-A177-3AD203B41FA5}">
                      <a16:colId xmlns:a16="http://schemas.microsoft.com/office/drawing/2014/main" val="3250804763"/>
                    </a:ext>
                  </a:extLst>
                </a:gridCol>
                <a:gridCol w="951089">
                  <a:extLst>
                    <a:ext uri="{9D8B030D-6E8A-4147-A177-3AD203B41FA5}">
                      <a16:colId xmlns:a16="http://schemas.microsoft.com/office/drawing/2014/main" val="28544064"/>
                    </a:ext>
                  </a:extLst>
                </a:gridCol>
                <a:gridCol w="951089">
                  <a:extLst>
                    <a:ext uri="{9D8B030D-6E8A-4147-A177-3AD203B41FA5}">
                      <a16:colId xmlns:a16="http://schemas.microsoft.com/office/drawing/2014/main" val="1450638949"/>
                    </a:ext>
                  </a:extLst>
                </a:gridCol>
              </a:tblGrid>
              <a:tr h="406429">
                <a:tc>
                  <a:txBody>
                    <a:bodyPr/>
                    <a:lstStyle/>
                    <a:p>
                      <a:r>
                        <a:rPr lang="en-IN" sz="2000" dirty="0"/>
                        <a:t>Task/Activity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Wk11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950744"/>
                  </a:ext>
                </a:extLst>
              </a:tr>
              <a:tr h="406429">
                <a:tc>
                  <a:txBody>
                    <a:bodyPr/>
                    <a:lstStyle/>
                    <a:p>
                      <a:pPr algn="r"/>
                      <a:r>
                        <a:rPr lang="en-IN" sz="2000" dirty="0" err="1"/>
                        <a:t>Wk</a:t>
                      </a:r>
                      <a:r>
                        <a:rPr lang="en-IN" sz="2000" dirty="0"/>
                        <a:t> start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743705"/>
                  </a:ext>
                </a:extLst>
              </a:tr>
              <a:tr h="406429">
                <a:tc>
                  <a:txBody>
                    <a:bodyPr/>
                    <a:lstStyle/>
                    <a:p>
                      <a:pPr algn="r"/>
                      <a:r>
                        <a:rPr lang="en-IN" sz="2000" dirty="0" err="1"/>
                        <a:t>Wk</a:t>
                      </a:r>
                      <a:r>
                        <a:rPr lang="en-IN" sz="2000" dirty="0"/>
                        <a:t> end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3540059"/>
                  </a:ext>
                </a:extLst>
              </a:tr>
              <a:tr h="719066">
                <a:tc>
                  <a:txBody>
                    <a:bodyPr/>
                    <a:lstStyle/>
                    <a:p>
                      <a:r>
                        <a:rPr lang="en-IN" sz="2000" dirty="0"/>
                        <a:t>Demo, Open house preparation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6793288"/>
                  </a:ext>
                </a:extLst>
              </a:tr>
              <a:tr h="406429">
                <a:tc>
                  <a:txBody>
                    <a:bodyPr/>
                    <a:lstStyle/>
                    <a:p>
                      <a:r>
                        <a:rPr lang="en-IN" sz="2000" dirty="0"/>
                        <a:t>Open house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5482495"/>
                  </a:ext>
                </a:extLst>
              </a:tr>
              <a:tr h="2282253">
                <a:tc>
                  <a:txBody>
                    <a:bodyPr/>
                    <a:lstStyle/>
                    <a:p>
                      <a:pPr marL="0" indent="0">
                        <a:buFont typeface="Arial" panose="020B0604020202020204" pitchFamily="34" charset="0"/>
                        <a:buNone/>
                      </a:pPr>
                      <a:r>
                        <a:rPr lang="en-IN" sz="2000" dirty="0"/>
                        <a:t>Closure</a:t>
                      </a:r>
                    </a:p>
                    <a:p>
                      <a:pPr marL="342900" indent="-342900">
                        <a:buFont typeface="Arial" panose="020B0604020202020204" pitchFamily="34" charset="0"/>
                        <a:buChar char="•"/>
                      </a:pPr>
                      <a:r>
                        <a:rPr lang="en-IN" sz="2000" dirty="0"/>
                        <a:t>Project Report</a:t>
                      </a:r>
                    </a:p>
                    <a:p>
                      <a:pPr marL="342900" indent="-342900">
                        <a:buFont typeface="Arial" panose="020B0604020202020204" pitchFamily="34" charset="0"/>
                        <a:buChar char="•"/>
                      </a:pPr>
                      <a:r>
                        <a:rPr lang="en-IN" sz="2000" dirty="0"/>
                        <a:t>Feedback</a:t>
                      </a:r>
                    </a:p>
                    <a:p>
                      <a:pPr marL="342900" indent="-342900">
                        <a:buFont typeface="Arial" panose="020B0604020202020204" pitchFamily="34" charset="0"/>
                        <a:buChar char="•"/>
                      </a:pPr>
                      <a:r>
                        <a:rPr lang="en-IN" sz="2000" dirty="0"/>
                        <a:t>Settling bills</a:t>
                      </a:r>
                    </a:p>
                    <a:p>
                      <a:pPr marL="342900" indent="-342900">
                        <a:buFont typeface="Arial" panose="020B0604020202020204" pitchFamily="34" charset="0"/>
                        <a:buChar char="•"/>
                      </a:pPr>
                      <a:r>
                        <a:rPr lang="en-IN" sz="2000" dirty="0"/>
                        <a:t>Returning tools/ equipment</a:t>
                      </a:r>
                    </a:p>
                    <a:p>
                      <a:pPr marL="342900" indent="-342900">
                        <a:buFont typeface="Arial" panose="020B0604020202020204" pitchFamily="34" charset="0"/>
                        <a:buChar char="•"/>
                      </a:pPr>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5769530"/>
                  </a:ext>
                </a:extLst>
              </a:tr>
            </a:tbl>
          </a:graphicData>
        </a:graphic>
      </p:graphicFrame>
    </p:spTree>
    <p:extLst>
      <p:ext uri="{BB962C8B-B14F-4D97-AF65-F5344CB8AC3E}">
        <p14:creationId xmlns:p14="http://schemas.microsoft.com/office/powerpoint/2010/main" val="1535244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Open Issues</a:t>
            </a:r>
            <a:endParaRPr lang="en-US" dirty="0"/>
          </a:p>
        </p:txBody>
      </p:sp>
      <p:sp>
        <p:nvSpPr>
          <p:cNvPr id="10" name="Content Placeholder 9">
            <a:extLst>
              <a:ext uri="{FF2B5EF4-FFF2-40B4-BE49-F238E27FC236}">
                <a16:creationId xmlns:a16="http://schemas.microsoft.com/office/drawing/2014/main" id="{008F9DC0-D455-8BE2-0501-215DDBA2570E}"/>
              </a:ext>
            </a:extLst>
          </p:cNvPr>
          <p:cNvSpPr>
            <a:spLocks noGrp="1"/>
          </p:cNvSpPr>
          <p:nvPr>
            <p:ph idx="1"/>
          </p:nvPr>
        </p:nvSpPr>
        <p:spPr/>
        <p:txBody>
          <a:bodyPr/>
          <a:lstStyle/>
          <a:p>
            <a:pPr lvl="1">
              <a:lnSpc>
                <a:spcPct val="107000"/>
              </a:lnSpc>
              <a:spcAft>
                <a:spcPts val="800"/>
              </a:spcAft>
            </a:pPr>
            <a:r>
              <a:rPr lang="en-US" sz="2000" dirty="0"/>
              <a:t>Balancing LED brightness and energy consumption.</a:t>
            </a:r>
          </a:p>
          <a:p>
            <a:pPr lvl="1">
              <a:lnSpc>
                <a:spcPct val="107000"/>
              </a:lnSpc>
              <a:spcAft>
                <a:spcPts val="800"/>
              </a:spcAft>
            </a:pPr>
            <a:r>
              <a:rPr lang="en-US" sz="2000" dirty="0"/>
              <a:t>Fine-tuning PIR and LDR sensors to reduce false triggers.</a:t>
            </a:r>
          </a:p>
          <a:p>
            <a:pPr lvl="1">
              <a:lnSpc>
                <a:spcPct val="107000"/>
              </a:lnSpc>
              <a:spcAft>
                <a:spcPts val="800"/>
              </a:spcAft>
            </a:pPr>
            <a:r>
              <a:rPr lang="en-US" sz="2000" dirty="0"/>
              <a:t>Ensuring stable remote monitoring and control.</a:t>
            </a:r>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15</a:t>
            </a:fld>
            <a:endParaRPr lang="en-US" dirty="0"/>
          </a:p>
        </p:txBody>
      </p:sp>
    </p:spTree>
    <p:extLst>
      <p:ext uri="{BB962C8B-B14F-4D97-AF65-F5344CB8AC3E}">
        <p14:creationId xmlns:p14="http://schemas.microsoft.com/office/powerpoint/2010/main" val="3663727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endParaRPr lang="en-US" dirty="0"/>
          </a:p>
        </p:txBody>
      </p:sp>
      <p:sp>
        <p:nvSpPr>
          <p:cNvPr id="3" name="Content Placeholder 2">
            <a:extLst>
              <a:ext uri="{FF2B5EF4-FFF2-40B4-BE49-F238E27FC236}">
                <a16:creationId xmlns:a16="http://schemas.microsoft.com/office/drawing/2014/main" id="{D11F9A21-AAAD-DBAD-9F10-ECEC5AB7BDE0}"/>
              </a:ext>
            </a:extLst>
          </p:cNvPr>
          <p:cNvSpPr>
            <a:spLocks noGrp="1"/>
          </p:cNvSpPr>
          <p:nvPr>
            <p:ph idx="1"/>
          </p:nvPr>
        </p:nvSpPr>
        <p:spPr>
          <a:xfrm>
            <a:off x="621792" y="1584338"/>
            <a:ext cx="11092880" cy="4284755"/>
          </a:xfrm>
        </p:spPr>
        <p:txBody>
          <a:bodyPr/>
          <a:lstStyle/>
          <a:p>
            <a:pPr lvl="1"/>
            <a:r>
              <a:rPr lang="en-IN" dirty="0">
                <a:effectLst/>
                <a:latin typeface="Calibri" panose="020F0502020204030204" pitchFamily="34" charset="0"/>
                <a:ea typeface="Calibri" panose="020F0502020204030204" pitchFamily="34" charset="0"/>
                <a:hlinkClick r:id="rId3"/>
              </a:rPr>
              <a:t>https://www.electroduino.com/smart-street-light-system-using-ir-sensor-and-arduino/?utm_source=chatgpt.com</a:t>
            </a:r>
            <a:endParaRPr lang="en-IN" dirty="0">
              <a:effectLst/>
              <a:latin typeface="Calibri" panose="020F0502020204030204" pitchFamily="34" charset="0"/>
              <a:ea typeface="Calibri" panose="020F0502020204030204" pitchFamily="34" charset="0"/>
            </a:endParaRPr>
          </a:p>
          <a:p>
            <a:pPr lvl="1"/>
            <a:r>
              <a:rPr lang="en-IN" dirty="0">
                <a:effectLst/>
                <a:latin typeface="Calibri" panose="020F0502020204030204" pitchFamily="34" charset="0"/>
                <a:ea typeface="Calibri" panose="020F0502020204030204" pitchFamily="34" charset="0"/>
                <a:hlinkClick r:id="rId4"/>
              </a:rPr>
              <a:t>https://www.slideshare.net/ChethanMp7/smart-street-light-system-248536629?utm_source=chatgpt.com</a:t>
            </a:r>
            <a:r>
              <a:rPr lang="en-IN" dirty="0">
                <a:effectLst/>
                <a:latin typeface="Calibri" panose="020F0502020204030204" pitchFamily="34" charset="0"/>
                <a:ea typeface="Calibri" panose="020F0502020204030204" pitchFamily="34" charset="0"/>
              </a:rPr>
              <a:t>  </a:t>
            </a:r>
          </a:p>
        </p:txBody>
      </p:sp>
      <p:sp>
        <p:nvSpPr>
          <p:cNvPr id="7" name="Date Placeholder 6"/>
          <p:cNvSpPr>
            <a:spLocks noGrp="1"/>
          </p:cNvSpPr>
          <p:nvPr>
            <p:ph type="dt" sz="half" idx="2"/>
          </p:nvPr>
        </p:nvSpPr>
        <p:spPr/>
        <p:txBody>
          <a:bodyPr/>
          <a:lstStyle/>
          <a:p>
            <a:r>
              <a:rPr lang="en-US"/>
              <a:t>June 2024</a:t>
            </a:r>
            <a:endParaRPr lang="en-US" dirty="0"/>
          </a:p>
        </p:txBody>
      </p:sp>
      <p:sp>
        <p:nvSpPr>
          <p:cNvPr id="8" name="Footer Placeholder 7"/>
          <p:cNvSpPr>
            <a:spLocks noGrp="1"/>
          </p:cNvSpPr>
          <p:nvPr>
            <p:ph type="ftr" sz="quarter" idx="3"/>
          </p:nvPr>
        </p:nvSpPr>
        <p:spPr/>
        <p:txBody>
          <a:bodyPr/>
          <a:lstStyle/>
          <a:p>
            <a:r>
              <a:rPr lang="en-US"/>
              <a:t>Copyright © 2021-2024 LEAP. All rights reserved</a:t>
            </a:r>
            <a:endParaRPr lang="en-IN" dirty="0"/>
          </a:p>
        </p:txBody>
      </p:sp>
      <p:sp>
        <p:nvSpPr>
          <p:cNvPr id="9" name="Slide Number Placeholder 8"/>
          <p:cNvSpPr>
            <a:spLocks noGrp="1"/>
          </p:cNvSpPr>
          <p:nvPr>
            <p:ph type="sldNum" sz="quarter" idx="4"/>
          </p:nvPr>
        </p:nvSpPr>
        <p:spPr/>
        <p:txBody>
          <a:bodyPr/>
          <a:lstStyle/>
          <a:p>
            <a:fld id="{3A98EE3D-8CD1-4C3F-BD1C-C98C9596463C}" type="slidenum">
              <a:rPr lang="en-US" smtClean="0"/>
              <a:pPr/>
              <a:t>16</a:t>
            </a:fld>
            <a:endParaRPr lang="en-US" dirty="0"/>
          </a:p>
        </p:txBody>
      </p:sp>
    </p:spTree>
    <p:extLst>
      <p:ext uri="{BB962C8B-B14F-4D97-AF65-F5344CB8AC3E}">
        <p14:creationId xmlns:p14="http://schemas.microsoft.com/office/powerpoint/2010/main" val="2420720600"/>
      </p:ext>
    </p:extLst>
  </p:cSld>
  <p:clrMapOvr>
    <a:masterClrMapping/>
  </p:clrMapOvr>
</p:sld>
</file>

<file path=ppt/theme/theme1.xml><?xml version="1.0" encoding="utf-8"?>
<a:theme xmlns:a="http://schemas.openxmlformats.org/drawingml/2006/main" name="Retrospect">
  <a:themeElements>
    <a:clrScheme name="Custom 2">
      <a:dk1>
        <a:sysClr val="windowText" lastClr="000000"/>
      </a:dk1>
      <a:lt1>
        <a:sysClr val="window" lastClr="FFFFFF"/>
      </a:lt1>
      <a:dk2>
        <a:srgbClr val="335B74"/>
      </a:dk2>
      <a:lt2>
        <a:srgbClr val="DFE3E5"/>
      </a:lt2>
      <a:accent1>
        <a:srgbClr val="1CADE4"/>
      </a:accent1>
      <a:accent2>
        <a:srgbClr val="2683C6"/>
      </a:accent2>
      <a:accent3>
        <a:srgbClr val="FCAE3B"/>
      </a:accent3>
      <a:accent4>
        <a:srgbClr val="42BA97"/>
      </a:accent4>
      <a:accent5>
        <a:srgbClr val="B26B02"/>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LEAP Presentation Template" id="{64E82C48-2E39-4E27-9346-08145574444B}" vid="{35E76719-2749-4C55-B124-8F4973FBEE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LP201_Session_03a_Design Doc Template v0.1</Template>
  <TotalTime>1788</TotalTime>
  <Words>1472</Words>
  <Application>Microsoft Office PowerPoint</Application>
  <PresentationFormat>Widescreen</PresentationFormat>
  <Paragraphs>357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Retrospect</vt:lpstr>
      <vt:lpstr>  LP201 Practicum for Innovative Engineering Design Presentation Report</vt:lpstr>
      <vt:lpstr>Outline</vt:lpstr>
      <vt:lpstr>Problem Statement and Product</vt:lpstr>
      <vt:lpstr>Design options</vt:lpstr>
      <vt:lpstr>Design options    ..contd </vt:lpstr>
      <vt:lpstr>Selected Design option</vt:lpstr>
      <vt:lpstr>Selected Design Option     ..contd</vt:lpstr>
      <vt:lpstr>Block Diagram</vt:lpstr>
      <vt:lpstr>Illustration Image</vt:lpstr>
      <vt:lpstr>Arduino Code    ..contd</vt:lpstr>
      <vt:lpstr>Bill of Material (BOM) and Cost Estimate</vt:lpstr>
      <vt:lpstr>Bill of Material (BOM) and Cost Estimate</vt:lpstr>
      <vt:lpstr>Gantt Chart -- Project Plan</vt:lpstr>
      <vt:lpstr>Gantt Chart -- Project Plan    ..contd</vt:lpstr>
      <vt:lpstr>Open Issues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Presentation Pop-up Toaster</dc:title>
  <dc:subject/>
  <dc:creator>Hema Rani</dc:creator>
  <cp:keywords/>
  <dc:description>Added LP101</dc:description>
  <cp:lastModifiedBy>G S</cp:lastModifiedBy>
  <cp:revision>49</cp:revision>
  <dcterms:created xsi:type="dcterms:W3CDTF">2023-02-21T07:45:10Z</dcterms:created>
  <dcterms:modified xsi:type="dcterms:W3CDTF">2025-04-13T05:37:55Z</dcterms:modified>
  <cp:category/>
</cp:coreProperties>
</file>